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6" r:id="rId13"/>
    <p:sldId id="267" r:id="rId14"/>
    <p:sldId id="270" r:id="rId21"/>
    <p:sldId id="271" r:id="rId22"/>
    <p:sldId id="281" r:id="rId2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9" autoAdjust="0"/>
    <p:restoredTop sz="94660"/>
  </p:normalViewPr>
  <p:slideViewPr>
    <p:cSldViewPr>
      <p:cViewPr varScale="1">
        <p:scale>
          <a:sx n="108" d="100"/>
          <a:sy n="108" d="100"/>
        </p:scale>
        <p:origin x="438" y="54"/>
      </p:cViewPr>
      <p:guideLst>
        <p:guide orient="horz" pos="180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Relationships xmlns="http://schemas.openxmlformats.org/package/2006/relationships">
  <Relationship Id="rId8" Type="http://schemas.openxmlformats.org/officeDocument/2006/relationships/slide" Target="slides/slide6.xml"/>
  <Relationship Id="rId13" Type="http://schemas.openxmlformats.org/officeDocument/2006/relationships/slide" Target="slides/slide11.xml"/>
  
  
  <Relationship Id="rId3" Type="http://schemas.openxmlformats.org/officeDocument/2006/relationships/slide" Target="slides/slide1.xml"/>
  <Relationship Id="rId21" Type="http://schemas.openxmlformats.org/officeDocument/2006/relationships/slide" Target="slides/slide19.xml"/>
  <Relationship Id="rId34" Type="http://schemas.openxmlformats.org/officeDocument/2006/relationships/tableStyles" Target="tableStyles.xml"/>
  <Relationship Id="rId7" Type="http://schemas.openxmlformats.org/officeDocument/2006/relationships/slide" Target="slides/slide5.xml"/>
  
  
  
  <Relationship Id="rId33" Type="http://schemas.openxmlformats.org/officeDocument/2006/relationships/theme" Target="theme/theme1.xml"/>
  <Relationship Id="rId2" Type="http://schemas.openxmlformats.org/officeDocument/2006/relationships/slideMaster" Target="slideMasters/slideMaster2.xml"/>
  
  
  <Relationship Id="rId29" Type="http://schemas.openxmlformats.org/officeDocument/2006/relationships/slide" Target="slides/slide27.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32" Type="http://schemas.openxmlformats.org/officeDocument/2006/relationships/viewProps" Target="viewProps.xml"/>
  <Relationship Id="rId5" Type="http://schemas.openxmlformats.org/officeDocument/2006/relationships/slide" Target="slides/slide3.xml"/>
  
  
  
  <Relationship Id="rId10" Type="http://schemas.openxmlformats.org/officeDocument/2006/relationships/slide" Target="slides/slide8.xml"/>
  
  <Relationship Id="rId31" Type="http://schemas.openxmlformats.org/officeDocument/2006/relationships/presProps" Target="presProps.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30" Type="http://schemas.openxmlformats.org/officeDocument/2006/relationships/notesMaster" Target="notesMasters/notesMaster1.xml"/>
</Relationships>
</file>

<file path=ppt/notesMasters/_rels/notesMaster1.xml.rels><?xml version="1.0" encoding="utf-8"?>
<Relationships xmlns="http://schemas.openxmlformats.org/package/2006/relationships">
  <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E139DD-5AAC-4F7F-9C50-1FB92AB9F9B8}" type="datetimeFigureOut">
              <a:rPr lang="zh-CN" altLang="en-US" smtClean="0"/>
              <a:pPr/>
              <a:t>2020/3/29</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BB1522-D8B8-4EE2-937D-B0D68622BD2F}" type="slidenum">
              <a:rPr lang="zh-CN" altLang="en-US" smtClean="0"/>
              <a:pPr/>
              <a:t>‹#›</a:t>
            </a:fld>
            <a:endParaRPr lang="zh-CN" altLang="en-US"/>
          </a:p>
        </p:txBody>
      </p:sp>
    </p:spTree>
    <p:extLst>
      <p:ext uri="{BB962C8B-B14F-4D97-AF65-F5344CB8AC3E}">
        <p14:creationId xmlns:p14="http://schemas.microsoft.com/office/powerpoint/2010/main" val="111391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Relationships xmlns="http://schemas.openxmlformats.org/package/2006/relationships">
  <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Relationships xmlns="http://schemas.openxmlformats.org/package/2006/relationships">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1.xml.rels><?xml version="1.0" encoding="utf-8"?>
<Relationships xmlns="http://schemas.openxmlformats.org/package/2006/relationships">
  <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Relationships xmlns="http://schemas.openxmlformats.org/package/2006/relationships">
  <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9.xml.rels><?xml version="1.0" encoding="utf-8"?>
<Relationships xmlns="http://schemas.openxmlformats.org/package/2006/relationships">
  <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Relationships xmlns="http://schemas.openxmlformats.org/package/2006/relationships">
  <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7.xml.rels><?xml version="1.0" encoding="utf-8"?>
<Relationships xmlns="http://schemas.openxmlformats.org/package/2006/relationships">
  <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a:t>
            </a:fld>
            <a:endParaRPr lang="zh-CN" altLang="en-US"/>
          </a:p>
        </p:txBody>
      </p:sp>
    </p:spTree>
    <p:extLst>
      <p:ext uri="{BB962C8B-B14F-4D97-AF65-F5344CB8AC3E}">
        <p14:creationId xmlns:p14="http://schemas.microsoft.com/office/powerpoint/2010/main" val="677167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a:t>
            </a:fld>
            <a:endParaRPr lang="zh-CN" altLang="en-US"/>
          </a:p>
        </p:txBody>
      </p:sp>
    </p:spTree>
    <p:extLst>
      <p:ext uri="{BB962C8B-B14F-4D97-AF65-F5344CB8AC3E}">
        <p14:creationId xmlns:p14="http://schemas.microsoft.com/office/powerpoint/2010/main" val="369040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3</a:t>
            </a:fld>
            <a:endParaRPr lang="zh-CN" altLang="en-US"/>
          </a:p>
        </p:txBody>
      </p:sp>
    </p:spTree>
    <p:extLst>
      <p:ext uri="{BB962C8B-B14F-4D97-AF65-F5344CB8AC3E}">
        <p14:creationId xmlns:p14="http://schemas.microsoft.com/office/powerpoint/2010/main" val="257655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4</a:t>
            </a:fld>
            <a:endParaRPr lang="zh-CN" altLang="en-US"/>
          </a:p>
        </p:txBody>
      </p:sp>
    </p:spTree>
    <p:extLst>
      <p:ext uri="{BB962C8B-B14F-4D97-AF65-F5344CB8AC3E}">
        <p14:creationId xmlns:p14="http://schemas.microsoft.com/office/powerpoint/2010/main" val="589509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5</a:t>
            </a:fld>
            <a:endParaRPr lang="zh-CN" altLang="en-US"/>
          </a:p>
        </p:txBody>
      </p:sp>
    </p:spTree>
    <p:extLst>
      <p:ext uri="{BB962C8B-B14F-4D97-AF65-F5344CB8AC3E}">
        <p14:creationId xmlns:p14="http://schemas.microsoft.com/office/powerpoint/2010/main" val="3914294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6</a:t>
            </a:fld>
            <a:endParaRPr lang="zh-CN" altLang="en-US"/>
          </a:p>
        </p:txBody>
      </p:sp>
    </p:spTree>
    <p:extLst>
      <p:ext uri="{BB962C8B-B14F-4D97-AF65-F5344CB8AC3E}">
        <p14:creationId xmlns:p14="http://schemas.microsoft.com/office/powerpoint/2010/main" val="1304425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7</a:t>
            </a:fld>
            <a:endParaRPr lang="zh-CN" altLang="en-US"/>
          </a:p>
        </p:txBody>
      </p:sp>
    </p:spTree>
    <p:extLst>
      <p:ext uri="{BB962C8B-B14F-4D97-AF65-F5344CB8AC3E}">
        <p14:creationId xmlns:p14="http://schemas.microsoft.com/office/powerpoint/2010/main" val="2948267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8</a:t>
            </a:fld>
            <a:endParaRPr lang="zh-CN" altLang="en-US"/>
          </a:p>
        </p:txBody>
      </p:sp>
    </p:spTree>
    <p:extLst>
      <p:ext uri="{BB962C8B-B14F-4D97-AF65-F5344CB8AC3E}">
        <p14:creationId xmlns:p14="http://schemas.microsoft.com/office/powerpoint/2010/main" val="125645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9</a:t>
            </a:fld>
            <a:endParaRPr lang="zh-CN" altLang="en-US"/>
          </a:p>
        </p:txBody>
      </p:sp>
    </p:spTree>
    <p:extLst>
      <p:ext uri="{BB962C8B-B14F-4D97-AF65-F5344CB8AC3E}">
        <p14:creationId xmlns:p14="http://schemas.microsoft.com/office/powerpoint/2010/main" val="1136574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11</a:t>
            </a:fld>
            <a:endParaRPr lang="zh-CN" altLang="en-US"/>
          </a:p>
        </p:txBody>
      </p:sp>
    </p:spTree>
    <p:extLst>
      <p:ext uri="{BB962C8B-B14F-4D97-AF65-F5344CB8AC3E}">
        <p14:creationId xmlns:p14="http://schemas.microsoft.com/office/powerpoint/2010/main" val="1099600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12</a:t>
            </a:fld>
            <a:endParaRPr lang="zh-CN" altLang="en-US"/>
          </a:p>
        </p:txBody>
      </p:sp>
    </p:spTree>
    <p:extLst>
      <p:ext uri="{BB962C8B-B14F-4D97-AF65-F5344CB8AC3E}">
        <p14:creationId xmlns:p14="http://schemas.microsoft.com/office/powerpoint/2010/main" val="27941508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19</a:t>
            </a:fld>
            <a:endParaRPr lang="zh-CN" altLang="en-US"/>
          </a:p>
        </p:txBody>
      </p:sp>
    </p:spTree>
    <p:extLst>
      <p:ext uri="{BB962C8B-B14F-4D97-AF65-F5344CB8AC3E}">
        <p14:creationId xmlns:p14="http://schemas.microsoft.com/office/powerpoint/2010/main" val="40012375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20</a:t>
            </a:fld>
            <a:endParaRPr lang="zh-CN" altLang="en-US"/>
          </a:p>
        </p:txBody>
      </p:sp>
    </p:spTree>
    <p:extLst>
      <p:ext uri="{BB962C8B-B14F-4D97-AF65-F5344CB8AC3E}">
        <p14:creationId xmlns:p14="http://schemas.microsoft.com/office/powerpoint/2010/main" val="1508889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27</a:t>
            </a:fld>
            <a:endParaRPr lang="zh-CN" altLang="en-US"/>
          </a:p>
        </p:txBody>
      </p:sp>
    </p:spTree>
    <p:extLst>
      <p:ext uri="{BB962C8B-B14F-4D97-AF65-F5344CB8AC3E}">
        <p14:creationId xmlns:p14="http://schemas.microsoft.com/office/powerpoint/2010/main" val="2135022979"/>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
  <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63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1"/>
            <a:ext cx="4040188"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279261"/>
            <a:ext cx="4041775"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812396"/>
            <a:ext cx="4041775"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8" name="页脚占位符 7"/>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4" name="页脚占位符 3"/>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3" name="页脚占位符 2"/>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195917"/>
            <a:ext cx="3008313" cy="3909219"/>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63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90500"/>
            <a:ext cx="2057400" cy="4064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90500"/>
            <a:ext cx="6019800" cy="4064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63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1"/>
            <a:ext cx="4040188"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279261"/>
            <a:ext cx="4041775"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812396"/>
            <a:ext cx="4041775"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8" name="页脚占位符 7"/>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4" name="页脚占位符 3"/>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3" name="页脚占位符 2"/>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195917"/>
            <a:ext cx="3008313" cy="3909219"/>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63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90500"/>
            <a:ext cx="2057400" cy="4064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90500"/>
            <a:ext cx="6019800" cy="4064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2.png"/>
</Relationships>

</file>

<file path=ppt/slideMasters/_rels/slideMaster2.xml.rels><?xml version="1.0" encoding="utf-8"?>
<Relationships xmlns="http://schemas.openxmlformats.org/package/2006/relationships">
  <Relationship Id="rId8" Type="http://schemas.openxmlformats.org/officeDocument/2006/relationships/slideLayout" Target="../slideLayouts/slideLayout19.xml"/>
  <Relationship Id="rId13" Type="http://schemas.openxmlformats.org/officeDocument/2006/relationships/image" Target="../media/image1.jpeg"/>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50" name="Picture 2" descr="C:\Users\PC\Desktop\3.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571182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userDrawn="1"/>
        </p:nvSpPr>
        <p:spPr>
          <a:xfrm>
            <a:off x="1907704" y="510989"/>
            <a:ext cx="7236296" cy="21328"/>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10" name="矩形 9"/>
          <p:cNvSpPr/>
          <p:nvPr userDrawn="1"/>
        </p:nvSpPr>
        <p:spPr>
          <a:xfrm>
            <a:off x="0" y="5377780"/>
            <a:ext cx="9144000" cy="33722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11" name="TextBox 10"/>
          <p:cNvSpPr txBox="1"/>
          <p:nvPr userDrawn="1"/>
        </p:nvSpPr>
        <p:spPr>
          <a:xfrm>
            <a:off x="231627" y="5409529"/>
            <a:ext cx="2217274" cy="276999"/>
          </a:xfrm>
          <a:prstGeom prst="rect">
            <a:avLst/>
          </a:prstGeom>
          <a:noFill/>
        </p:spPr>
        <p:txBody>
          <a:bodyPr wrap="none" rtlCol="0">
            <a:spAutoFit/>
          </a:bodyPr>
          <a:lstStyle/>
          <a:p>
            <a:pPr algn="ctr"/>
            <a:r>
              <a:rPr lang="en-US" altLang="zh-CN" sz="1200" b="0" dirty="0">
                <a:solidFill>
                  <a:schemeClr val="bg1"/>
                </a:solidFill>
                <a:latin typeface="微软雅黑" panose="020B0503020204020204" pitchFamily="34" charset="-122"/>
                <a:ea typeface="微软雅黑" panose="020B0503020204020204" pitchFamily="34" charset="-122"/>
              </a:rPr>
              <a:t>—— </a:t>
            </a:r>
            <a:r>
              <a:rPr lang="zh-CN" altLang="en-US" sz="1200" b="0" dirty="0">
                <a:solidFill>
                  <a:schemeClr val="bg1"/>
                </a:solidFill>
                <a:latin typeface="微软雅黑" panose="020B0503020204020204" pitchFamily="34" charset="-122"/>
                <a:ea typeface="微软雅黑" panose="020B0503020204020204" pitchFamily="34" charset="-122"/>
              </a:rPr>
              <a:t>在此输入论文题目 </a:t>
            </a:r>
            <a:r>
              <a:rPr lang="en-US" altLang="zh-CN" sz="1200" b="0" dirty="0">
                <a:solidFill>
                  <a:schemeClr val="bg1"/>
                </a:solidFill>
                <a:latin typeface="微软雅黑" panose="020B0503020204020204" pitchFamily="34" charset="-122"/>
                <a:ea typeface="微软雅黑" panose="020B0503020204020204" pitchFamily="34" charset="-122"/>
              </a:rPr>
              <a:t>—— </a:t>
            </a:r>
            <a:endParaRPr lang="zh-CN" altLang="en-US" sz="1200" b="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0" y="510989"/>
            <a:ext cx="734669" cy="21328"/>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2" name="图片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27584" y="27304"/>
            <a:ext cx="943250" cy="86409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2" descr="C:\Users\PC\Desktop\3.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571182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3" Type="http://schemas.openxmlformats.org/officeDocument/2006/relationships/image" Target="../media/image3.jpeg"/>
  <Relationship Id="rId2" Type="http://schemas.openxmlformats.org/officeDocument/2006/relationships/notesSlide" Target="../notesSlides/notesSlide1.xml"/>
  <Relationship Id="rId1" Type="http://schemas.openxmlformats.org/officeDocument/2006/relationships/slideLayout" Target="../slideLayouts/slideLayout12.xml"/>
  <Relationship Id="rId5" Type="http://schemas.openxmlformats.org/officeDocument/2006/relationships/image" Target="../media/image5.jpeg"/>
  <Relationship Id="rId4" Type="http://schemas.openxmlformats.org/officeDocument/2006/relationships/image" Target="../media/image4.jpeg"/>
</Relationships>

</file>

<file path=ppt/slides/_rels/slide2.xml.rels><?xml version="1.0" encoding="utf-8"?>
<Relationships xmlns="http://schemas.openxmlformats.org/package/2006/relationships">
  <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
  <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
  <Relationship Id="rId3" Type="http://schemas.openxmlformats.org/officeDocument/2006/relationships/image" Target="../media/image6.jpeg"/>
  <Relationship Id="rId2" Type="http://schemas.openxmlformats.org/officeDocument/2006/relationships/notesSlide" Target="../notesSlides/notesSlide4.xml"/>
  <Relationship Id="rId1" Type="http://schemas.openxmlformats.org/officeDocument/2006/relationships/slideLayout" Target="../slideLayouts/slideLayout7.xml"/>
  <Relationship Id="rId5" Type="http://schemas.openxmlformats.org/officeDocument/2006/relationships/image" Target="../media/image8.png"/>
  <Relationship Id="rId4" Type="http://schemas.openxmlformats.org/officeDocument/2006/relationships/image" Target="../media/image7.png"/>
</Relationships>

</file>

<file path=ppt/slides/_rels/slide5.xml.rels><?xml version="1.0" encoding="utf-8"?>
<Relationships xmlns="http://schemas.openxmlformats.org/package/2006/relationships">
  <Relationship Id="rId3" Type="http://schemas.openxmlformats.org/officeDocument/2006/relationships/image" Target="../media/image9.jpeg"/>
  <Relationship Id="rId2" Type="http://schemas.openxmlformats.org/officeDocument/2006/relationships/notesSlide" Target="../notesSlides/notesSlide5.xml"/>
  <Relationship Id="rId1" Type="http://schemas.openxmlformats.org/officeDocument/2006/relationships/slideLayout" Target="../slideLayouts/slideLayout7.xml"/>
  <Relationship Id="rId4" Type="http://schemas.openxmlformats.org/officeDocument/2006/relationships/image" Target="../media/image10.jpeg"/>
</Relationships>

</file>

<file path=ppt/slides/_rels/slide6.xml.rels><?xml version="1.0" encoding="utf-8"?>
<Relationships xmlns="http://schemas.openxmlformats.org/package/2006/relationships">
  <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
  <Relationship Id="rId3" Type="http://schemas.openxmlformats.org/officeDocument/2006/relationships/image" Target="../media/image6.jpeg"/>
  <Relationship Id="rId2" Type="http://schemas.openxmlformats.org/officeDocument/2006/relationships/notesSlide" Target="../notesSlides/notesSlide7.xml"/>
  <Relationship Id="rId1" Type="http://schemas.openxmlformats.org/officeDocument/2006/relationships/slideLayout" Target="../slideLayouts/slideLayout7.xml"/>
  <Relationship Id="rId5" Type="http://schemas.openxmlformats.org/officeDocument/2006/relationships/image" Target="../media/image8.png"/>
  <Relationship Id="rId4" Type="http://schemas.openxmlformats.org/officeDocument/2006/relationships/image" Target="../media/image7.png"/>
</Relationships>

</file>

<file path=ppt/slides/_rels/slide8.xml.rels><?xml version="1.0" encoding="utf-8"?>
<Relationships xmlns="http://schemas.openxmlformats.org/package/2006/relationships">
  <Relationship Id="rId3" Type="http://schemas.openxmlformats.org/officeDocument/2006/relationships/image" Target="../media/image11.jpeg"/>
  <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
  <Relationship Id="rId3" Type="http://schemas.openxmlformats.org/officeDocument/2006/relationships/image" Target="../media/image12.emf"/>
  <Relationship Id="rId2" Type="http://schemas.openxmlformats.org/officeDocument/2006/relationships/notesSlide" Target="../notesSlides/notesSlide9.xml"/>
  <Relationship Id="rId1" Type="http://schemas.openxmlformats.org/officeDocument/2006/relationships/slideLayout" Target="../slideLayouts/slideLayout7.xml"/>
  <Relationship Id="rId6" Type="http://schemas.openxmlformats.org/officeDocument/2006/relationships/image" Target="../media/image15.emf"/>
  <Relationship Id="rId5" Type="http://schemas.openxmlformats.org/officeDocument/2006/relationships/image" Target="../media/image14.emf"/>
  <Relationship Id="rId4" Type="http://schemas.openxmlformats.org/officeDocument/2006/relationships/image" Target="../media/image13.emf"/>
</Relationships>

</file>

<file path=ppt/slides/_rels/slide11.xml.rels><?xml version="1.0" encoding="utf-8"?>
<Relationships xmlns="http://schemas.openxmlformats.org/package/2006/relationships">
  <Relationship Id="rId2" Type="http://schemas.openxmlformats.org/officeDocument/2006/relationships/notesSlide" Target="../notesSlides/notesSlide11.xml"/>
  <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
  <Relationship Id="rId3" Type="http://schemas.openxmlformats.org/officeDocument/2006/relationships/image" Target="../media/image18.jpeg"/>
  <Relationship Id="rId2" Type="http://schemas.openxmlformats.org/officeDocument/2006/relationships/notesSlide" Target="../notesSlides/notesSlide12.xml"/>
  <Relationship Id="rId1" Type="http://schemas.openxmlformats.org/officeDocument/2006/relationships/slideLayout" Target="../slideLayouts/slideLayout7.xml"/>
  <Relationship Id="rId6" Type="http://schemas.openxmlformats.org/officeDocument/2006/relationships/image" Target="../media/image20.jpeg"/>
  <Relationship Id="rId5" Type="http://schemas.openxmlformats.org/officeDocument/2006/relationships/image" Target="../media/image19.jpeg"/>
  <Relationship Id="rId4" Type="http://schemas.microsoft.com/office/2007/relationships/hdphoto" Target="../media/hdphoto2.wdp"/>
</Relationships>

</file>

<file path=ppt/slides/_rels/slide19.xml.rels><?xml version="1.0" encoding="utf-8"?>
<Relationships xmlns="http://schemas.openxmlformats.org/package/2006/relationships">
  <Relationship Id="rId3" Type="http://schemas.openxmlformats.org/officeDocument/2006/relationships/image" Target="../media/image26.png"/>
  <Relationship Id="rId2" Type="http://schemas.openxmlformats.org/officeDocument/2006/relationships/notesSlide" Target="../notesSlides/notesSlide19.xml"/>
  <Relationship Id="rId1" Type="http://schemas.openxmlformats.org/officeDocument/2006/relationships/slideLayout" Target="../slideLayouts/slideLayout7.xml"/>
  <Relationship Id="rId6" Type="http://schemas.openxmlformats.org/officeDocument/2006/relationships/image" Target="../media/image29.jpeg"/>
  <Relationship Id="rId5" Type="http://schemas.openxmlformats.org/officeDocument/2006/relationships/image" Target="../media/image28.jpeg"/>
  <Relationship Id="rId4" Type="http://schemas.openxmlformats.org/officeDocument/2006/relationships/image" Target="../media/image27.jpeg"/>
</Relationships>

</file>

<file path=ppt/slides/_rels/slide20.xml.rels><?xml version="1.0" encoding="utf-8"?>
<Relationships xmlns="http://schemas.openxmlformats.org/package/2006/relationships">
  <Relationship Id="rId2" Type="http://schemas.openxmlformats.org/officeDocument/2006/relationships/notesSlide" Target="../notesSlides/notesSlide20.xml"/>
  <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
  <Relationship Id="rId3" Type="http://schemas.openxmlformats.org/officeDocument/2006/relationships/image" Target="../media/image5.jpeg"/>
  <Relationship Id="rId2" Type="http://schemas.openxmlformats.org/officeDocument/2006/relationships/notesSlide" Target="../notesSlides/notesSlide27.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49388"/>
            <a:ext cx="9144001" cy="2506712"/>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772309" y="2578993"/>
            <a:ext cx="5724644" cy="830997"/>
          </a:xfrm>
          <a:prstGeom prst="rect">
            <a:avLst/>
          </a:prstGeom>
          <a:noFill/>
        </p:spPr>
        <p:txBody>
          <a:bodyPr wrap="non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基于掩星数据的气象要素反演系统</a:t>
            </a:r>
          </a:p>
        </p:txBody>
      </p:sp>
      <p:sp>
        <p:nvSpPr>
          <p:cNvPr id="7" name="TextBox 6"/>
          <p:cNvSpPr txBox="1"/>
          <p:nvPr/>
        </p:nvSpPr>
        <p:spPr>
          <a:xfrm>
            <a:off x="2843808" y="3682621"/>
            <a:ext cx="3921760" cy="352425"/>
          </a:xfrm>
          <a:prstGeom prst="rect">
            <a:avLst/>
          </a:prstGeom>
          <a:noFill/>
        </p:spPr>
        <p:txBody>
          <a:bodyPr wrap="non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测绘工程专业    学号：220110814</a:t>
          </a:p>
        </p:txBody>
      </p:sp>
      <p:sp>
        <p:nvSpPr>
          <p:cNvPr id="8" name="TextBox 7"/>
          <p:cNvSpPr txBox="1"/>
          <p:nvPr/>
        </p:nvSpPr>
        <p:spPr>
          <a:xfrm>
            <a:off x="2222480" y="4459454"/>
            <a:ext cx="4932761" cy="338554"/>
          </a:xfrm>
          <a:prstGeom prst="rect">
            <a:avLst/>
          </a:prstGeom>
          <a:noFill/>
        </p:spPr>
        <p:txBody>
          <a:bodyPr wrap="none" rtlCol="0">
            <a:spAutoFit/>
          </a:bodyPr>
          <a:lstStyle/>
          <a:p>
            <a:pPr algn="ctr"/>
            <a:r>
              <a:rPr lang="zh-CN" altLang="en-US" sz="1600" dirty="0">
                <a:solidFill>
                  <a:schemeClr val="tx2">
                    <a:lumMod val="50000"/>
                  </a:schemeClr>
                </a:solidFill>
                <a:latin typeface="微软雅黑" panose="020B0503020204020204" pitchFamily="34" charset="-122"/>
                <a:ea typeface="微软雅黑" panose="020B0503020204020204" pitchFamily="34" charset="-122"/>
              </a:rPr>
              <a:t>答辩人：林逸飞    指导老师：XXX</a:t>
            <a:endParaRPr lang="zh-CN" altLang="en-US" sz="1600" dirty="0">
              <a:solidFill>
                <a:schemeClr val="tx2">
                  <a:lumMod val="50000"/>
                </a:schemeClr>
              </a:solidFill>
              <a:latin typeface="微软雅黑" panose="020B0503020204020204" pitchFamily="34" charset="-122"/>
              <a:ea typeface="微软雅黑" panose="020B0503020204020204" pitchFamily="34" charset="-122"/>
            </a:endParaRPr>
          </a:p>
        </p:txBody>
      </p:sp>
      <p:pic>
        <p:nvPicPr>
          <p:cNvPr id="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95536" y="1659557"/>
            <a:ext cx="1107587" cy="734189"/>
          </a:xfrm>
          <a:prstGeom prst="round2DiagRect">
            <a:avLst>
              <a:gd name="adj1" fmla="val 16667"/>
              <a:gd name="adj2" fmla="val 0"/>
            </a:avLst>
          </a:prstGeom>
          <a:ln w="25400" cap="sq">
            <a:solidFill>
              <a:srgbClr val="0070C0"/>
            </a:solidFill>
            <a:miter lim="800000"/>
            <a:headEnd/>
            <a:tailEnd/>
          </a:ln>
          <a:effectLst/>
        </p:spPr>
      </p:pic>
      <p:sp>
        <p:nvSpPr>
          <p:cNvPr id="11" name="对角圆角矩形 10"/>
          <p:cNvSpPr/>
          <p:nvPr/>
        </p:nvSpPr>
        <p:spPr>
          <a:xfrm>
            <a:off x="1019659" y="1119949"/>
            <a:ext cx="609538" cy="425314"/>
          </a:xfrm>
          <a:prstGeom prst="round2DiagRect">
            <a:avLst/>
          </a:prstGeom>
          <a:solidFill>
            <a:schemeClr val="bg1">
              <a:lumMod val="85000"/>
              <a:alpha val="46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2" name="对角圆角矩形 11"/>
          <p:cNvSpPr/>
          <p:nvPr/>
        </p:nvSpPr>
        <p:spPr>
          <a:xfrm>
            <a:off x="2199739" y="2636823"/>
            <a:ext cx="375087" cy="261722"/>
          </a:xfrm>
          <a:prstGeom prst="round2DiagRect">
            <a:avLst/>
          </a:prstGeom>
          <a:solidFill>
            <a:schemeClr val="bg1">
              <a:alpha val="38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 name="对角圆角矩形 12"/>
          <p:cNvSpPr/>
          <p:nvPr/>
        </p:nvSpPr>
        <p:spPr>
          <a:xfrm>
            <a:off x="1130259" y="2491354"/>
            <a:ext cx="957263" cy="667943"/>
          </a:xfrm>
          <a:prstGeom prst="round2DiagRect">
            <a:avLst/>
          </a:prstGeom>
          <a:solidFill>
            <a:schemeClr val="bg1">
              <a:alpha val="53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pic>
        <p:nvPicPr>
          <p:cNvPr id="14"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716751" y="1016619"/>
            <a:ext cx="2145907" cy="1552849"/>
          </a:xfrm>
          <a:prstGeom prst="round2DiagRect">
            <a:avLst>
              <a:gd name="adj1" fmla="val 16667"/>
              <a:gd name="adj2" fmla="val 0"/>
            </a:avLst>
          </a:prstGeom>
          <a:ln w="25400" cap="sq">
            <a:solidFill>
              <a:srgbClr val="0070C0"/>
            </a:solidFill>
            <a:miter lim="800000"/>
            <a:headEnd/>
            <a:tailEnd/>
          </a:ln>
          <a:effectLst/>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3258" y="488170"/>
            <a:ext cx="3857229" cy="857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2000">
        <p14:doors dir="vert"/>
      </p:transition>
    </mc:Choice>
    <mc:Fallback xmlns="">
      <p:transition spd="slow" advClick="0" advTm="1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15" presetClass="entr" presetSubtype="0"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5" fill="hold">
                            <p:stCondLst>
                              <p:cond delay="2300"/>
                            </p:stCondLst>
                            <p:childTnLst>
                              <p:par>
                                <p:cTn id="16" presetID="2" presetClass="entr" presetSubtype="8"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par>
                          <p:cTn id="20" fill="hold">
                            <p:stCondLst>
                              <p:cond delay="2800"/>
                            </p:stCondLst>
                            <p:childTnLst>
                              <p:par>
                                <p:cTn id="21" presetID="2" presetClass="entr" presetSubtype="2"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par>
                          <p:cTn id="25" fill="hold">
                            <p:stCondLst>
                              <p:cond delay="4650"/>
                            </p:stCondLst>
                            <p:childTnLst>
                              <p:par>
                                <p:cTn id="26" presetID="53" presetClass="entr" presetSubtype="16"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1250" fill="hold"/>
                                        <p:tgtEl>
                                          <p:spTgt spid="14"/>
                                        </p:tgtEl>
                                        <p:attrNameLst>
                                          <p:attrName>ppt_w</p:attrName>
                                        </p:attrNameLst>
                                      </p:cBhvr>
                                      <p:tavLst>
                                        <p:tav tm="0">
                                          <p:val>
                                            <p:fltVal val="0"/>
                                          </p:val>
                                        </p:tav>
                                        <p:tav tm="100000">
                                          <p:val>
                                            <p:strVal val="#ppt_w"/>
                                          </p:val>
                                        </p:tav>
                                      </p:tavLst>
                                    </p:anim>
                                    <p:anim calcmode="lin" valueType="num">
                                      <p:cBhvr>
                                        <p:cTn id="29" dur="1250" fill="hold"/>
                                        <p:tgtEl>
                                          <p:spTgt spid="14"/>
                                        </p:tgtEl>
                                        <p:attrNameLst>
                                          <p:attrName>ppt_h</p:attrName>
                                        </p:attrNameLst>
                                      </p:cBhvr>
                                      <p:tavLst>
                                        <p:tav tm="0">
                                          <p:val>
                                            <p:fltVal val="0"/>
                                          </p:val>
                                        </p:tav>
                                        <p:tav tm="100000">
                                          <p:val>
                                            <p:strVal val="#ppt_h"/>
                                          </p:val>
                                        </p:tav>
                                      </p:tavLst>
                                    </p:anim>
                                    <p:animEffect transition="in" filter="fade">
                                      <p:cBhvr>
                                        <p:cTn id="30" dur="1250"/>
                                        <p:tgtEl>
                                          <p:spTgt spid="14"/>
                                        </p:tgtEl>
                                      </p:cBhvr>
                                    </p:animEffect>
                                  </p:childTnLst>
                                </p:cTn>
                              </p:par>
                              <p:par>
                                <p:cTn id="31" presetID="53" presetClass="entr" presetSubtype="16" fill="hold" nodeType="withEffect">
                                  <p:stCondLst>
                                    <p:cond delay="250"/>
                                  </p:stCondLst>
                                  <p:childTnLst>
                                    <p:set>
                                      <p:cBhvr>
                                        <p:cTn id="32" dur="1" fill="hold">
                                          <p:stCondLst>
                                            <p:cond delay="0"/>
                                          </p:stCondLst>
                                        </p:cTn>
                                        <p:tgtEl>
                                          <p:spTgt spid="9"/>
                                        </p:tgtEl>
                                        <p:attrNameLst>
                                          <p:attrName>style.visibility</p:attrName>
                                        </p:attrNameLst>
                                      </p:cBhvr>
                                      <p:to>
                                        <p:strVal val="visible"/>
                                      </p:to>
                                    </p:set>
                                    <p:anim calcmode="lin" valueType="num">
                                      <p:cBhvr>
                                        <p:cTn id="33" dur="1250" fill="hold"/>
                                        <p:tgtEl>
                                          <p:spTgt spid="9"/>
                                        </p:tgtEl>
                                        <p:attrNameLst>
                                          <p:attrName>ppt_w</p:attrName>
                                        </p:attrNameLst>
                                      </p:cBhvr>
                                      <p:tavLst>
                                        <p:tav tm="0">
                                          <p:val>
                                            <p:fltVal val="0"/>
                                          </p:val>
                                        </p:tav>
                                        <p:tav tm="100000">
                                          <p:val>
                                            <p:strVal val="#ppt_w"/>
                                          </p:val>
                                        </p:tav>
                                      </p:tavLst>
                                    </p:anim>
                                    <p:anim calcmode="lin" valueType="num">
                                      <p:cBhvr>
                                        <p:cTn id="34" dur="1250" fill="hold"/>
                                        <p:tgtEl>
                                          <p:spTgt spid="9"/>
                                        </p:tgtEl>
                                        <p:attrNameLst>
                                          <p:attrName>ppt_h</p:attrName>
                                        </p:attrNameLst>
                                      </p:cBhvr>
                                      <p:tavLst>
                                        <p:tav tm="0">
                                          <p:val>
                                            <p:fltVal val="0"/>
                                          </p:val>
                                        </p:tav>
                                        <p:tav tm="100000">
                                          <p:val>
                                            <p:strVal val="#ppt_h"/>
                                          </p:val>
                                        </p:tav>
                                      </p:tavLst>
                                    </p:anim>
                                    <p:animEffect transition="in" filter="fade">
                                      <p:cBhvr>
                                        <p:cTn id="35" dur="1250"/>
                                        <p:tgtEl>
                                          <p:spTgt spid="9"/>
                                        </p:tgtEl>
                                      </p:cBhvr>
                                    </p:animEffect>
                                  </p:childTnLst>
                                </p:cTn>
                              </p:par>
                              <p:par>
                                <p:cTn id="36" presetID="53" presetClass="entr" presetSubtype="16" fill="hold" grpId="0" nodeType="withEffect">
                                  <p:stCondLst>
                                    <p:cond delay="750"/>
                                  </p:stCondLst>
                                  <p:childTnLst>
                                    <p:set>
                                      <p:cBhvr>
                                        <p:cTn id="37" dur="1" fill="hold">
                                          <p:stCondLst>
                                            <p:cond delay="0"/>
                                          </p:stCondLst>
                                        </p:cTn>
                                        <p:tgtEl>
                                          <p:spTgt spid="11"/>
                                        </p:tgtEl>
                                        <p:attrNameLst>
                                          <p:attrName>style.visibility</p:attrName>
                                        </p:attrNameLst>
                                      </p:cBhvr>
                                      <p:to>
                                        <p:strVal val="visible"/>
                                      </p:to>
                                    </p:set>
                                    <p:anim calcmode="lin" valueType="num">
                                      <p:cBhvr>
                                        <p:cTn id="38" dur="1250" fill="hold"/>
                                        <p:tgtEl>
                                          <p:spTgt spid="11"/>
                                        </p:tgtEl>
                                        <p:attrNameLst>
                                          <p:attrName>ppt_w</p:attrName>
                                        </p:attrNameLst>
                                      </p:cBhvr>
                                      <p:tavLst>
                                        <p:tav tm="0">
                                          <p:val>
                                            <p:fltVal val="0"/>
                                          </p:val>
                                        </p:tav>
                                        <p:tav tm="100000">
                                          <p:val>
                                            <p:strVal val="#ppt_w"/>
                                          </p:val>
                                        </p:tav>
                                      </p:tavLst>
                                    </p:anim>
                                    <p:anim calcmode="lin" valueType="num">
                                      <p:cBhvr>
                                        <p:cTn id="39" dur="1250" fill="hold"/>
                                        <p:tgtEl>
                                          <p:spTgt spid="11"/>
                                        </p:tgtEl>
                                        <p:attrNameLst>
                                          <p:attrName>ppt_h</p:attrName>
                                        </p:attrNameLst>
                                      </p:cBhvr>
                                      <p:tavLst>
                                        <p:tav tm="0">
                                          <p:val>
                                            <p:fltVal val="0"/>
                                          </p:val>
                                        </p:tav>
                                        <p:tav tm="100000">
                                          <p:val>
                                            <p:strVal val="#ppt_h"/>
                                          </p:val>
                                        </p:tav>
                                      </p:tavLst>
                                    </p:anim>
                                    <p:animEffect transition="in" filter="fade">
                                      <p:cBhvr>
                                        <p:cTn id="40" dur="1250"/>
                                        <p:tgtEl>
                                          <p:spTgt spid="11"/>
                                        </p:tgtEl>
                                      </p:cBhvr>
                                    </p:animEffect>
                                  </p:childTnLst>
                                </p:cTn>
                              </p:par>
                              <p:par>
                                <p:cTn id="41" presetID="53" presetClass="entr" presetSubtype="16" fill="hold" grpId="0" nodeType="withEffect">
                                  <p:stCondLst>
                                    <p:cond delay="25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250" fill="hold"/>
                                        <p:tgtEl>
                                          <p:spTgt spid="12"/>
                                        </p:tgtEl>
                                        <p:attrNameLst>
                                          <p:attrName>ppt_w</p:attrName>
                                        </p:attrNameLst>
                                      </p:cBhvr>
                                      <p:tavLst>
                                        <p:tav tm="0">
                                          <p:val>
                                            <p:fltVal val="0"/>
                                          </p:val>
                                        </p:tav>
                                        <p:tav tm="100000">
                                          <p:val>
                                            <p:strVal val="#ppt_w"/>
                                          </p:val>
                                        </p:tav>
                                      </p:tavLst>
                                    </p:anim>
                                    <p:anim calcmode="lin" valueType="num">
                                      <p:cBhvr>
                                        <p:cTn id="44" dur="1250" fill="hold"/>
                                        <p:tgtEl>
                                          <p:spTgt spid="12"/>
                                        </p:tgtEl>
                                        <p:attrNameLst>
                                          <p:attrName>ppt_h</p:attrName>
                                        </p:attrNameLst>
                                      </p:cBhvr>
                                      <p:tavLst>
                                        <p:tav tm="0">
                                          <p:val>
                                            <p:fltVal val="0"/>
                                          </p:val>
                                        </p:tav>
                                        <p:tav tm="100000">
                                          <p:val>
                                            <p:strVal val="#ppt_h"/>
                                          </p:val>
                                        </p:tav>
                                      </p:tavLst>
                                    </p:anim>
                                    <p:animEffect transition="in" filter="fade">
                                      <p:cBhvr>
                                        <p:cTn id="45" dur="1250"/>
                                        <p:tgtEl>
                                          <p:spTgt spid="12"/>
                                        </p:tgtEl>
                                      </p:cBhvr>
                                    </p:animEffect>
                                  </p:childTnLst>
                                </p:cTn>
                              </p:par>
                              <p:par>
                                <p:cTn id="46" presetID="53" presetClass="entr" presetSubtype="16" fill="hold" grpId="0" nodeType="withEffect">
                                  <p:stCondLst>
                                    <p:cond delay="1000"/>
                                  </p:stCondLst>
                                  <p:childTnLst>
                                    <p:set>
                                      <p:cBhvr>
                                        <p:cTn id="47" dur="1" fill="hold">
                                          <p:stCondLst>
                                            <p:cond delay="0"/>
                                          </p:stCondLst>
                                        </p:cTn>
                                        <p:tgtEl>
                                          <p:spTgt spid="13"/>
                                        </p:tgtEl>
                                        <p:attrNameLst>
                                          <p:attrName>style.visibility</p:attrName>
                                        </p:attrNameLst>
                                      </p:cBhvr>
                                      <p:to>
                                        <p:strVal val="visible"/>
                                      </p:to>
                                    </p:set>
                                    <p:anim calcmode="lin" valueType="num">
                                      <p:cBhvr>
                                        <p:cTn id="48" dur="1250" fill="hold"/>
                                        <p:tgtEl>
                                          <p:spTgt spid="13"/>
                                        </p:tgtEl>
                                        <p:attrNameLst>
                                          <p:attrName>ppt_w</p:attrName>
                                        </p:attrNameLst>
                                      </p:cBhvr>
                                      <p:tavLst>
                                        <p:tav tm="0">
                                          <p:val>
                                            <p:fltVal val="0"/>
                                          </p:val>
                                        </p:tav>
                                        <p:tav tm="100000">
                                          <p:val>
                                            <p:strVal val="#ppt_w"/>
                                          </p:val>
                                        </p:tav>
                                      </p:tavLst>
                                    </p:anim>
                                    <p:anim calcmode="lin" valueType="num">
                                      <p:cBhvr>
                                        <p:cTn id="49" dur="1250" fill="hold"/>
                                        <p:tgtEl>
                                          <p:spTgt spid="13"/>
                                        </p:tgtEl>
                                        <p:attrNameLst>
                                          <p:attrName>ppt_h</p:attrName>
                                        </p:attrNameLst>
                                      </p:cBhvr>
                                      <p:tavLst>
                                        <p:tav tm="0">
                                          <p:val>
                                            <p:fltVal val="0"/>
                                          </p:val>
                                        </p:tav>
                                        <p:tav tm="100000">
                                          <p:val>
                                            <p:strVal val="#ppt_h"/>
                                          </p:val>
                                        </p:tav>
                                      </p:tavLst>
                                    </p:anim>
                                    <p:animEffect transition="in" filter="fade">
                                      <p:cBhvr>
                                        <p:cTn id="50"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7" grpId="0"/>
      <p:bldP spid="8" grpId="0"/>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61381" y="1273324"/>
            <a:ext cx="677108" cy="1323439"/>
          </a:xfrm>
          <a:prstGeom prst="rect">
            <a:avLst/>
          </a:prstGeom>
          <a:noFill/>
        </p:spPr>
        <p:txBody>
          <a:bodyPr vert="eaVert" wrap="none" rtlCol="0">
            <a:spAutoFit/>
          </a:bodyPr>
          <a:lstStyle/>
          <a:p>
            <a:r>
              <a:rPr lang="zh-CN" altLang="en-US" sz="3200" b="1" dirty="0">
                <a:solidFill>
                  <a:schemeClr val="tx2">
                    <a:lumMod val="75000"/>
                  </a:schemeClr>
                </a:solidFill>
                <a:latin typeface="微软雅黑" panose="020B0503020204020204" pitchFamily="34" charset="-122"/>
                <a:ea typeface="微软雅黑" panose="020B0503020204020204" pitchFamily="34" charset="-122"/>
              </a:rPr>
              <a:t>目录页</a:t>
            </a:r>
          </a:p>
        </p:txBody>
      </p:sp>
      <p:cxnSp>
        <p:nvCxnSpPr>
          <p:cNvPr id="8" name="直接连接符 7"/>
          <p:cNvCxnSpPr/>
          <p:nvPr/>
        </p:nvCxnSpPr>
        <p:spPr>
          <a:xfrm>
            <a:off x="2166481" y="1339602"/>
            <a:ext cx="0" cy="324036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274493" y="1339602"/>
            <a:ext cx="5400600" cy="3240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7783105" y="1339602"/>
            <a:ext cx="0" cy="324036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4"/>
          <p:cNvSpPr txBox="1">
            <a:spLocks noChangeArrowheads="1"/>
          </p:cNvSpPr>
          <p:nvPr/>
        </p:nvSpPr>
        <p:spPr bwMode="auto">
          <a:xfrm>
            <a:off x="467544" y="2512318"/>
            <a:ext cx="1693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dirty="0">
                <a:solidFill>
                  <a:schemeClr val="bg1">
                    <a:lumMod val="85000"/>
                  </a:schemeClr>
                </a:solidFill>
                <a:latin typeface="Stencil" panose="040409050D0802020404" pitchFamily="82" charset="0"/>
              </a:rPr>
              <a:t>contents</a:t>
            </a:r>
            <a:endParaRPr lang="zh-CN" altLang="en-US" sz="2400" dirty="0">
              <a:solidFill>
                <a:schemeClr val="bg1">
                  <a:lumMod val="85000"/>
                </a:schemeClr>
              </a:solidFill>
              <a:latin typeface="Stencil" panose="040409050D0802020404" pitchFamily="82" charset="0"/>
            </a:endParaRPr>
          </a:p>
        </p:txBody>
      </p:sp>
      <p:sp>
        <p:nvSpPr>
          <p:cNvPr id="12" name="TextBox 11"/>
          <p:cNvSpPr txBox="1"/>
          <p:nvPr/>
        </p:nvSpPr>
        <p:spPr>
          <a:xfrm>
            <a:off x="3721621" y="1670168"/>
            <a:ext cx="2794595"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研究背景</a:t>
            </a:r>
            <a:r>
              <a:rPr lang="zh-CN" altLang="en-US" sz="2800" b="1" dirty="0">
                <a:solidFill>
                  <a:schemeClr val="tx2">
                    <a:lumMod val="75000"/>
                  </a:schemeClr>
                </a:solidFill>
                <a:latin typeface="微软雅黑" panose="020B0503020204020204" pitchFamily="34" charset="-122"/>
                <a:ea typeface="微软雅黑" panose="020B0503020204020204" pitchFamily="34" charset="-122"/>
              </a:rPr>
              <a:t>与意义</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3" name="泪滴形 12"/>
          <p:cNvSpPr/>
          <p:nvPr/>
        </p:nvSpPr>
        <p:spPr>
          <a:xfrm>
            <a:off x="2866101" y="1719103"/>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4" name="泪滴形 13"/>
          <p:cNvSpPr/>
          <p:nvPr/>
        </p:nvSpPr>
        <p:spPr>
          <a:xfrm>
            <a:off x="2866101" y="2376006"/>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5" name="泪滴形 14"/>
          <p:cNvSpPr/>
          <p:nvPr/>
        </p:nvSpPr>
        <p:spPr>
          <a:xfrm>
            <a:off x="2866101" y="3032909"/>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6" name="泪滴形 15"/>
          <p:cNvSpPr/>
          <p:nvPr/>
        </p:nvSpPr>
        <p:spPr>
          <a:xfrm>
            <a:off x="2866101" y="3689812"/>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17" name="TextBox 16"/>
          <p:cNvSpPr txBox="1"/>
          <p:nvPr/>
        </p:nvSpPr>
        <p:spPr>
          <a:xfrm>
            <a:off x="3721621" y="3640877"/>
            <a:ext cx="2160240"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实验与总结</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3721621" y="2327071"/>
            <a:ext cx="2160240"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理论基础</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9" name="TextBox 18"/>
          <p:cNvSpPr txBox="1"/>
          <p:nvPr/>
        </p:nvSpPr>
        <p:spPr>
          <a:xfrm>
            <a:off x="3721621" y="2983974"/>
            <a:ext cx="3456384" cy="523220"/>
          </a:xfrm>
          <a:prstGeom prst="rect">
            <a:avLst/>
          </a:prstGeom>
          <a:noFill/>
        </p:spPr>
        <p:txBody>
          <a:bodyPr vert="horz" wrap="square" rtlCol="0">
            <a:spAutoFit/>
          </a:bodyPr>
          <a:lstStyle/>
          <a:p>
            <a:pPr fontAlgn="b"/>
            <a:r>
              <a:rPr lang="zh-CN" altLang="en-US" sz="2800" b="1" dirty="0">
                <a:solidFill>
                  <a:schemeClr val="tx2">
                    <a:lumMod val="75000"/>
                  </a:schemeClr>
                </a:solidFill>
                <a:latin typeface="微软雅黑" panose="020B0503020204020204" pitchFamily="34" charset="-122"/>
                <a:ea typeface="微软雅黑" panose="020B0503020204020204" pitchFamily="34" charset="-122"/>
              </a:rPr>
              <a:t>系统设计与实现</a:t>
            </a:r>
            <a:endParaRPr lang="zh-CN" altLang="zh-CN" sz="2800" b="1" dirty="0">
              <a:solidFill>
                <a:schemeClr val="tx2">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250" fill="hold"/>
                                        <p:tgtEl>
                                          <p:spTgt spid="8"/>
                                        </p:tgtEl>
                                        <p:attrNameLst>
                                          <p:attrName>ppt_x</p:attrName>
                                        </p:attrNameLst>
                                      </p:cBhvr>
                                      <p:tavLst>
                                        <p:tav tm="0">
                                          <p:val>
                                            <p:strVal val="#ppt_x"/>
                                          </p:val>
                                        </p:tav>
                                        <p:tav tm="100000">
                                          <p:val>
                                            <p:strVal val="#ppt_x"/>
                                          </p:val>
                                        </p:tav>
                                      </p:tavLst>
                                    </p:anim>
                                    <p:anim calcmode="lin" valueType="num">
                                      <p:cBhvr additive="base">
                                        <p:cTn id="18" dur="25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250" fill="hold"/>
                                        <p:tgtEl>
                                          <p:spTgt spid="10"/>
                                        </p:tgtEl>
                                        <p:attrNameLst>
                                          <p:attrName>ppt_x</p:attrName>
                                        </p:attrNameLst>
                                      </p:cBhvr>
                                      <p:tavLst>
                                        <p:tav tm="0">
                                          <p:val>
                                            <p:strVal val="#ppt_x"/>
                                          </p:val>
                                        </p:tav>
                                        <p:tav tm="100000">
                                          <p:val>
                                            <p:strVal val="#ppt_x"/>
                                          </p:val>
                                        </p:tav>
                                      </p:tavLst>
                                    </p:anim>
                                    <p:anim calcmode="lin" valueType="num">
                                      <p:cBhvr additive="base">
                                        <p:cTn id="22" dur="250" fill="hold"/>
                                        <p:tgtEl>
                                          <p:spTgt spid="10"/>
                                        </p:tgtEl>
                                        <p:attrNameLst>
                                          <p:attrName>ppt_y</p:attrName>
                                        </p:attrNameLst>
                                      </p:cBhvr>
                                      <p:tavLst>
                                        <p:tav tm="0">
                                          <p:val>
                                            <p:strVal val="0-#ppt_h/2"/>
                                          </p:val>
                                        </p:tav>
                                        <p:tav tm="100000">
                                          <p:val>
                                            <p:strVal val="#ppt_y"/>
                                          </p:val>
                                        </p:tav>
                                      </p:tavLst>
                                    </p:anim>
                                  </p:childTnLst>
                                </p:cTn>
                              </p:par>
                            </p:childTnLst>
                          </p:cTn>
                        </p:par>
                        <p:par>
                          <p:cTn id="23" fill="hold">
                            <p:stCondLst>
                              <p:cond delay="1000"/>
                            </p:stCondLst>
                            <p:childTnLst>
                              <p:par>
                                <p:cTn id="24" presetID="26" presetClass="emph" presetSubtype="0" repeatCount="3000" fill="hold" nodeType="afterEffect">
                                  <p:stCondLst>
                                    <p:cond delay="0"/>
                                  </p:stCondLst>
                                  <p:childTnLst>
                                    <p:animEffect transition="out" filter="fade">
                                      <p:cBhvr>
                                        <p:cTn id="25" dur="150" tmFilter="0, 0; .2, .5; .8, .5; 1, 0"/>
                                        <p:tgtEl>
                                          <p:spTgt spid="8"/>
                                        </p:tgtEl>
                                      </p:cBhvr>
                                    </p:animEffect>
                                    <p:animScale>
                                      <p:cBhvr>
                                        <p:cTn id="26" dur="75" autoRev="1" fill="hold"/>
                                        <p:tgtEl>
                                          <p:spTgt spid="8"/>
                                        </p:tgtEl>
                                      </p:cBhvr>
                                      <p:by x="105000" y="105000"/>
                                    </p:animScale>
                                  </p:childTnLst>
                                </p:cTn>
                              </p:par>
                              <p:par>
                                <p:cTn id="27" presetID="26" presetClass="emph" presetSubtype="0" repeatCount="3000" fill="hold" nodeType="withEffect">
                                  <p:stCondLst>
                                    <p:cond delay="0"/>
                                  </p:stCondLst>
                                  <p:childTnLst>
                                    <p:animEffect transition="out" filter="fade">
                                      <p:cBhvr>
                                        <p:cTn id="28" dur="150" tmFilter="0, 0; .2, .5; .8, .5; 1, 0"/>
                                        <p:tgtEl>
                                          <p:spTgt spid="10"/>
                                        </p:tgtEl>
                                      </p:cBhvr>
                                    </p:animEffect>
                                    <p:animScale>
                                      <p:cBhvr>
                                        <p:cTn id="29" dur="75" autoRev="1" fill="hold"/>
                                        <p:tgtEl>
                                          <p:spTgt spid="10"/>
                                        </p:tgtEl>
                                      </p:cBhvr>
                                      <p:by x="105000" y="105000"/>
                                    </p:animScale>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par>
                          <p:cTn id="34" fill="hold">
                            <p:stCondLst>
                              <p:cond delay="2000"/>
                            </p:stCondLst>
                            <p:childTnLst>
                              <p:par>
                                <p:cTn id="35" presetID="12" presetClass="entr" presetSubtype="4"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lide(fromBottom)">
                                      <p:cBhvr>
                                        <p:cTn id="37" dur="250"/>
                                        <p:tgtEl>
                                          <p:spTgt spid="13"/>
                                        </p:tgtEl>
                                      </p:cBhvr>
                                    </p:animEffect>
                                  </p:childTnLst>
                                </p:cTn>
                              </p:par>
                            </p:childTnLst>
                          </p:cTn>
                        </p:par>
                        <p:par>
                          <p:cTn id="38" fill="hold">
                            <p:stCondLst>
                              <p:cond delay="2500"/>
                            </p:stCondLst>
                            <p:childTnLst>
                              <p:par>
                                <p:cTn id="39" presetID="12" presetClass="entr" presetSubtype="4"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slide(fromBottom)">
                                      <p:cBhvr>
                                        <p:cTn id="41" dur="250"/>
                                        <p:tgtEl>
                                          <p:spTgt spid="14"/>
                                        </p:tgtEl>
                                      </p:cBhvr>
                                    </p:animEffect>
                                  </p:childTnLst>
                                </p:cTn>
                              </p:par>
                            </p:childTnLst>
                          </p:cTn>
                        </p:par>
                        <p:par>
                          <p:cTn id="42" fill="hold">
                            <p:stCondLst>
                              <p:cond delay="3000"/>
                            </p:stCondLst>
                            <p:childTnLst>
                              <p:par>
                                <p:cTn id="43" presetID="12" presetClass="entr" presetSubtype="4"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slide(fromBottom)">
                                      <p:cBhvr>
                                        <p:cTn id="45" dur="250"/>
                                        <p:tgtEl>
                                          <p:spTgt spid="15"/>
                                        </p:tgtEl>
                                      </p:cBhvr>
                                    </p:animEffect>
                                  </p:childTnLst>
                                </p:cTn>
                              </p:par>
                            </p:childTnLst>
                          </p:cTn>
                        </p:par>
                        <p:par>
                          <p:cTn id="46" fill="hold">
                            <p:stCondLst>
                              <p:cond delay="3500"/>
                            </p:stCondLst>
                            <p:childTnLst>
                              <p:par>
                                <p:cTn id="47" presetID="12" presetClass="entr" presetSubtype="4"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slide(fromBottom)">
                                      <p:cBhvr>
                                        <p:cTn id="49" dur="250"/>
                                        <p:tgtEl>
                                          <p:spTgt spid="16"/>
                                        </p:tgtEl>
                                      </p:cBhvr>
                                    </p:animEffect>
                                  </p:childTnLst>
                                </p:cTn>
                              </p:par>
                            </p:childTnLst>
                          </p:cTn>
                        </p:par>
                        <p:par>
                          <p:cTn id="50" fill="hold">
                            <p:stCondLst>
                              <p:cond delay="4000"/>
                            </p:stCondLst>
                            <p:childTnLst>
                              <p:par>
                                <p:cTn id="51" presetID="52"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Scale>
                                      <p:cBhvr>
                                        <p:cTn id="5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12"/>
                                        </p:tgtEl>
                                        <p:attrNameLst>
                                          <p:attrName>ppt_x</p:attrName>
                                          <p:attrName>ppt_y</p:attrName>
                                        </p:attrNameLst>
                                      </p:cBhvr>
                                    </p:animMotion>
                                    <p:animEffect transition="in" filter="fade">
                                      <p:cBhvr>
                                        <p:cTn id="55" dur="1000"/>
                                        <p:tgtEl>
                                          <p:spTgt spid="12"/>
                                        </p:tgtEl>
                                      </p:cBhvr>
                                    </p:animEffect>
                                  </p:childTnLst>
                                </p:cTn>
                              </p:par>
                              <p:par>
                                <p:cTn id="56" presetID="52" presetClass="entr" presetSubtype="0" fill="hold" grpId="0" nodeType="withEffect">
                                  <p:stCondLst>
                                    <p:cond delay="250"/>
                                  </p:stCondLst>
                                  <p:childTnLst>
                                    <p:set>
                                      <p:cBhvr>
                                        <p:cTn id="57" dur="1" fill="hold">
                                          <p:stCondLst>
                                            <p:cond delay="0"/>
                                          </p:stCondLst>
                                        </p:cTn>
                                        <p:tgtEl>
                                          <p:spTgt spid="18"/>
                                        </p:tgtEl>
                                        <p:attrNameLst>
                                          <p:attrName>style.visibility</p:attrName>
                                        </p:attrNameLst>
                                      </p:cBhvr>
                                      <p:to>
                                        <p:strVal val="visible"/>
                                      </p:to>
                                    </p:set>
                                    <p:animScale>
                                      <p:cBhvr>
                                        <p:cTn id="58"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9" dur="1000" decel="50000" fill="hold">
                                          <p:stCondLst>
                                            <p:cond delay="0"/>
                                          </p:stCondLst>
                                        </p:cTn>
                                        <p:tgtEl>
                                          <p:spTgt spid="18"/>
                                        </p:tgtEl>
                                        <p:attrNameLst>
                                          <p:attrName>ppt_x</p:attrName>
                                          <p:attrName>ppt_y</p:attrName>
                                        </p:attrNameLst>
                                      </p:cBhvr>
                                    </p:animMotion>
                                    <p:animEffect transition="in" filter="fade">
                                      <p:cBhvr>
                                        <p:cTn id="60" dur="1000"/>
                                        <p:tgtEl>
                                          <p:spTgt spid="18"/>
                                        </p:tgtEl>
                                      </p:cBhvr>
                                    </p:animEffect>
                                  </p:childTnLst>
                                </p:cTn>
                              </p:par>
                              <p:par>
                                <p:cTn id="61" presetID="52" presetClass="entr" presetSubtype="0" fill="hold" grpId="0" nodeType="withEffect">
                                  <p:stCondLst>
                                    <p:cond delay="500"/>
                                  </p:stCondLst>
                                  <p:childTnLst>
                                    <p:set>
                                      <p:cBhvr>
                                        <p:cTn id="62" dur="1" fill="hold">
                                          <p:stCondLst>
                                            <p:cond delay="0"/>
                                          </p:stCondLst>
                                        </p:cTn>
                                        <p:tgtEl>
                                          <p:spTgt spid="19"/>
                                        </p:tgtEl>
                                        <p:attrNameLst>
                                          <p:attrName>style.visibility</p:attrName>
                                        </p:attrNameLst>
                                      </p:cBhvr>
                                      <p:to>
                                        <p:strVal val="visible"/>
                                      </p:to>
                                    </p:set>
                                    <p:animScale>
                                      <p:cBhvr>
                                        <p:cTn id="63"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4" dur="1000" decel="50000" fill="hold">
                                          <p:stCondLst>
                                            <p:cond delay="0"/>
                                          </p:stCondLst>
                                        </p:cTn>
                                        <p:tgtEl>
                                          <p:spTgt spid="19"/>
                                        </p:tgtEl>
                                        <p:attrNameLst>
                                          <p:attrName>ppt_x</p:attrName>
                                          <p:attrName>ppt_y</p:attrName>
                                        </p:attrNameLst>
                                      </p:cBhvr>
                                    </p:animMotion>
                                    <p:animEffect transition="in" filter="fade">
                                      <p:cBhvr>
                                        <p:cTn id="65" dur="1000"/>
                                        <p:tgtEl>
                                          <p:spTgt spid="19"/>
                                        </p:tgtEl>
                                      </p:cBhvr>
                                    </p:animEffect>
                                  </p:childTnLst>
                                </p:cTn>
                              </p:par>
                              <p:par>
                                <p:cTn id="66" presetID="52" presetClass="entr" presetSubtype="0" fill="hold" grpId="0" nodeType="withEffect">
                                  <p:stCondLst>
                                    <p:cond delay="750"/>
                                  </p:stCondLst>
                                  <p:childTnLst>
                                    <p:set>
                                      <p:cBhvr>
                                        <p:cTn id="67" dur="1" fill="hold">
                                          <p:stCondLst>
                                            <p:cond delay="0"/>
                                          </p:stCondLst>
                                        </p:cTn>
                                        <p:tgtEl>
                                          <p:spTgt spid="17"/>
                                        </p:tgtEl>
                                        <p:attrNameLst>
                                          <p:attrName>style.visibility</p:attrName>
                                        </p:attrNameLst>
                                      </p:cBhvr>
                                      <p:to>
                                        <p:strVal val="visible"/>
                                      </p:to>
                                    </p:set>
                                    <p:animScale>
                                      <p:cBhvr>
                                        <p:cTn id="68"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9" dur="1000" decel="50000" fill="hold">
                                          <p:stCondLst>
                                            <p:cond delay="0"/>
                                          </p:stCondLst>
                                        </p:cTn>
                                        <p:tgtEl>
                                          <p:spTgt spid="17"/>
                                        </p:tgtEl>
                                        <p:attrNameLst>
                                          <p:attrName>ppt_x</p:attrName>
                                          <p:attrName>ppt_y</p:attrName>
                                        </p:attrNameLst>
                                      </p:cBhvr>
                                    </p:animMotion>
                                    <p:animEffect transition="in" filter="fade">
                                      <p:cBhvr>
                                        <p:cTn id="7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1" grpId="0"/>
      <p:bldP spid="12" grpId="0"/>
      <p:bldP spid="13" grpId="0" animBg="1"/>
      <p:bldP spid="14" grpId="0" animBg="1"/>
      <p:bldP spid="15" grpId="0" animBg="1"/>
      <p:bldP spid="16" grpId="0" animBg="1"/>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TextBox 3"/>
          <p:cNvSpPr txBox="1"/>
          <p:nvPr/>
        </p:nvSpPr>
        <p:spPr>
          <a:xfrm>
            <a:off x="2740050" y="2118370"/>
            <a:ext cx="5059610"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研究背景与意义</a:t>
            </a:r>
            <a:endParaRPr lang="zh-CN" altLang="zh-CN" sz="4800" dirty="0">
              <a:solidFill>
                <a:schemeClr val="bg1"/>
              </a:solidFill>
              <a:latin typeface="微软雅黑" panose="020B0503020204020204" pitchFamily="34" charset="-122"/>
              <a:ea typeface="微软雅黑" panose="020B0503020204020204" pitchFamily="34" charset="-122"/>
            </a:endParaRPr>
          </a:p>
        </p:txBody>
      </p:sp>
      <p:sp>
        <p:nvSpPr>
          <p:cNvPr id="5" name="泪滴形 4"/>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1</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zh-CN" dirty="0">
                <a:solidFill>
                  <a:schemeClr val="tx2">
                    <a:lumMod val="75000"/>
                  </a:schemeClr>
                </a:solidFill>
                <a:latin typeface="微软雅黑" panose="020B0503020204020204" pitchFamily="34" charset="-122"/>
                <a:ea typeface="微软雅黑" panose="020B0503020204020204" pitchFamily="34" charset="-122"/>
              </a:rPr>
              <a:t>研究背景</a:t>
            </a:r>
            <a:r>
              <a:rPr lang="zh-CN" altLang="en-US" dirty="0">
                <a:solidFill>
                  <a:schemeClr val="tx2">
                    <a:lumMod val="75000"/>
                  </a:schemeClr>
                </a:solidFill>
                <a:latin typeface="微软雅黑" panose="020B0503020204020204" pitchFamily="34" charset="-122"/>
                <a:ea typeface="微软雅黑" panose="020B0503020204020204" pitchFamily="34" charset="-122"/>
              </a:rPr>
              <a:t>与意义</a:t>
            </a:r>
            <a:endParaRPr lang="zh-CN" altLang="zh-CN"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7" name="Freeform 1075"/>
          <p:cNvSpPr/>
          <p:nvPr/>
        </p:nvSpPr>
        <p:spPr bwMode="auto">
          <a:xfrm>
            <a:off x="1297378" y="1056127"/>
            <a:ext cx="2101410" cy="1436792"/>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blipFill dpi="0" rotWithShape="1">
            <a:blip r:embed="rId3" cstate="print"/>
            <a:srcRect/>
            <a:stretch>
              <a:fillRect/>
            </a:stretch>
          </a:blipFill>
          <a:ln w="9525">
            <a:noFill/>
            <a:round/>
          </a:ln>
        </p:spPr>
        <p:txBody>
          <a:bodyPr/>
          <a:lstStyle/>
          <a:p>
            <a:pPr defTabSz="457200">
              <a:defRPr/>
            </a:pPr>
            <a:endParaRPr lang="da-DK">
              <a:ea typeface="MS PGothic" panose="020B0600070205080204" pitchFamily="-97" charset="-128"/>
            </a:endParaRPr>
          </a:p>
        </p:txBody>
      </p:sp>
      <p:pic>
        <p:nvPicPr>
          <p:cNvPr id="8" name="Gruppe 122"/>
          <p:cNvPicPr>
            <a:picLocks noChangeArrowheads="1"/>
          </p:cNvPicPr>
          <p:nvPr/>
        </p:nvPicPr>
        <p:blipFill rotWithShape="1">
          <a:blip r:embed="rId4" cstate="print">
            <a:extLst>
              <a:ext uri="{28A0092B-C50C-407E-A947-70E740481C1C}">
                <a14:useLocalDpi xmlns:a14="http://schemas.microsoft.com/office/drawing/2010/main" val="0"/>
              </a:ext>
            </a:extLst>
          </a:blip>
          <a:srcRect l="6120" t="17080" r="8483" b="19104"/>
          <a:stretch>
            <a:fillRect/>
          </a:stretch>
        </p:blipFill>
        <p:spPr bwMode="auto">
          <a:xfrm>
            <a:off x="5737813" y="1056127"/>
            <a:ext cx="2216124" cy="1449810"/>
          </a:xfrm>
          <a:prstGeom prst="rect">
            <a:avLst/>
          </a:prstGeom>
          <a:noFill/>
          <a:extLst>
            <a:ext uri="{909E8E84-426E-40DD-AFC4-6F175D3DCCD1}">
              <a14:hiddenFill xmlns:a14="http://schemas.microsoft.com/office/drawing/2010/main">
                <a:solidFill>
                  <a:srgbClr val="FFFFFF"/>
                </a:solidFill>
              </a14:hiddenFill>
            </a:ext>
          </a:extLst>
        </p:spPr>
      </p:pic>
      <p:pic>
        <p:nvPicPr>
          <p:cNvPr id="9" name="Gruppe 122"/>
          <p:cNvPicPr>
            <a:picLocks noChangeArrowheads="1"/>
          </p:cNvPicPr>
          <p:nvPr/>
        </p:nvPicPr>
        <p:blipFill rotWithShape="1">
          <a:blip r:embed="rId5" cstate="print">
            <a:extLst>
              <a:ext uri="{28A0092B-C50C-407E-A947-70E740481C1C}">
                <a14:useLocalDpi xmlns:a14="http://schemas.microsoft.com/office/drawing/2010/main" val="0"/>
              </a:ext>
            </a:extLst>
          </a:blip>
          <a:srcRect l="5928" t="15379" r="8085" b="19565"/>
          <a:stretch>
            <a:fillRect/>
          </a:stretch>
        </p:blipFill>
        <p:spPr bwMode="auto">
          <a:xfrm>
            <a:off x="3491880" y="1056159"/>
            <a:ext cx="2179258" cy="14367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p:nvCxnSpPr>
        <p:spPr>
          <a:xfrm>
            <a:off x="1297378" y="2559943"/>
            <a:ext cx="6656559"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31895" y="2636143"/>
            <a:ext cx="1305289" cy="400110"/>
          </a:xfrm>
          <a:prstGeom prst="rect">
            <a:avLst/>
          </a:prstGeom>
          <a:noFill/>
        </p:spPr>
        <p:txBody>
          <a:bodyPr vert="horz" wrap="square" rtlCol="0">
            <a:spAutoFit/>
          </a:bodyPr>
          <a:lstStyle/>
          <a:p>
            <a:pPr algn="ctr" fontAlgn="b"/>
            <a:r>
              <a:rPr lang="zh-CN" altLang="zh-CN" sz="2000" b="1" dirty="0">
                <a:solidFill>
                  <a:schemeClr val="tx2">
                    <a:lumMod val="75000"/>
                  </a:schemeClr>
                </a:solidFill>
                <a:latin typeface="微软雅黑" panose="020B0503020204020204" pitchFamily="34" charset="-122"/>
                <a:ea typeface="微软雅黑" panose="020B0503020204020204" pitchFamily="34" charset="-122"/>
              </a:rPr>
              <a:t>研究背景</a:t>
            </a:r>
          </a:p>
        </p:txBody>
      </p:sp>
      <p:sp>
        <p:nvSpPr>
          <p:cNvPr id="13" name="TextBox 12"/>
          <p:cNvSpPr txBox="1"/>
          <p:nvPr/>
        </p:nvSpPr>
        <p:spPr>
          <a:xfrm>
            <a:off x="1187624" y="3000375"/>
            <a:ext cx="6912768" cy="1932940"/>
          </a:xfrm>
          <a:prstGeom prst="rect">
            <a:avLst/>
          </a:prstGeom>
          <a:noFill/>
        </p:spPr>
        <p:txBody>
          <a:bodyPr wrap="square" rtlCol="0">
            <a:spAutoFit/>
          </a:bodyPr>
          <a:lstStyle/>
          <a:p>
            <a:pPr algn="just"/>
            <a:r>
              <a:rPr lang="zh-CN" altLang="en-US" sz="1200" kern="0" dirty="0">
                <a:solidFill>
                  <a:srgbClr val="EEECE1">
                    <a:lumMod val="10000"/>
                  </a:srgbClr>
                </a:solidFill>
                <a:latin typeface="微软雅黑" panose="020B0503020204020204" pitchFamily="34" charset="-122"/>
                <a:ea typeface="微软雅黑" panose="020B0503020204020204" pitchFamily="34" charset="-122"/>
                <a:sym typeface="+mn-ea"/>
              </a:rPr>
              <a:t>GNSS无线电掩星(Radio Occultation, RO)技术是一种利用GPS/GNSS信号穿过大气层时发生折射来探测大气垂直结构的遥感技术。该技术具有全球覆盖、全天候、高垂直分辨率、自校准等优点，已成为数值天气预报和气候研究的重要数据源。传统的掩星反演方法(如Abel变换、1D-Var)依赖于球对称假设和背景场信息，在复杂大气条件下存在局限性。近年来，深度学习方法在气象领域展现出强大的非线性建模能力，为掩星数据反演提供了新的思路。本研究旨在探索基于条件扩散模型的掩星大气剖面反演方法，以期提高反演精度和效率。</a:t>
            </a:r>
            <a:endParaRPr lang="zh-CN" altLang="en-US" sz="1200" dirty="0">
              <a:latin typeface="微软雅黑" panose="020B0503020204020204" pitchFamily="34" charset="-122"/>
              <a:ea typeface="微软雅黑" panose="020B0503020204020204" pitchFamily="34" charset="-122"/>
            </a:endParaRPr>
          </a:p>
          <a:p>
            <a:pPr algn="just"/>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spd="slow" advClick="0" advTm="4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25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9"/>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1500"/>
                            </p:stCondLst>
                            <p:childTnLst>
                              <p:par>
                                <p:cTn id="28" presetID="45"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250"/>
                                        <p:tgtEl>
                                          <p:spTgt spid="12"/>
                                        </p:tgtEl>
                                      </p:cBhvr>
                                    </p:animEffect>
                                    <p:anim calcmode="lin" valueType="num">
                                      <p:cBhvr>
                                        <p:cTn id="31" dur="1250" fill="hold"/>
                                        <p:tgtEl>
                                          <p:spTgt spid="12"/>
                                        </p:tgtEl>
                                        <p:attrNameLst>
                                          <p:attrName>ppt_w</p:attrName>
                                        </p:attrNameLst>
                                      </p:cBhvr>
                                      <p:tavLst>
                                        <p:tav tm="0" fmla="#ppt_w*sin(2.5*pi*$)">
                                          <p:val>
                                            <p:fltVal val="0"/>
                                          </p:val>
                                        </p:tav>
                                        <p:tav tm="100000">
                                          <p:val>
                                            <p:fltVal val="1"/>
                                          </p:val>
                                        </p:tav>
                                      </p:tavLst>
                                    </p:anim>
                                    <p:anim calcmode="lin" valueType="num">
                                      <p:cBhvr>
                                        <p:cTn id="32" dur="1250" fill="hold"/>
                                        <p:tgtEl>
                                          <p:spTgt spid="12"/>
                                        </p:tgtEl>
                                        <p:attrNameLst>
                                          <p:attrName>ppt_h</p:attrName>
                                        </p:attrNameLst>
                                      </p:cBhvr>
                                      <p:tavLst>
                                        <p:tav tm="0">
                                          <p:val>
                                            <p:strVal val="#ppt_h"/>
                                          </p:val>
                                        </p:tav>
                                        <p:tav tm="100000">
                                          <p:val>
                                            <p:strVal val="#ppt_h"/>
                                          </p:val>
                                        </p:tav>
                                      </p:tavLst>
                                    </p:anim>
                                  </p:childTnLst>
                                </p:cTn>
                              </p:par>
                            </p:childTnLst>
                          </p:cTn>
                        </p:par>
                        <p:par>
                          <p:cTn id="33" fill="hold">
                            <p:stCondLst>
                              <p:cond delay="3000"/>
                            </p:stCondLst>
                            <p:childTnLst>
                              <p:par>
                                <p:cTn id="34" presetID="52"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Scale>
                                      <p:cBhvr>
                                        <p:cTn id="36" dur="10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13"/>
                                        </p:tgtEl>
                                        <p:attrNameLst>
                                          <p:attrName>ppt_x</p:attrName>
                                          <p:attrName>ppt_y</p:attrName>
                                        </p:attrNameLst>
                                      </p:cBhvr>
                                    </p:animMotion>
                                    <p:animEffect transition="in" filter="fade">
                                      <p:cBhvr>
                                        <p:cTn id="3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6"/>
          <p:cNvGrpSpPr/>
          <p:nvPr/>
        </p:nvGrpSpPr>
        <p:grpSpPr>
          <a:xfrm>
            <a:off x="822477" y="3241498"/>
            <a:ext cx="3869460" cy="1612249"/>
            <a:chOff x="556555" y="4300761"/>
            <a:chExt cx="5030298" cy="2149665"/>
          </a:xfrm>
        </p:grpSpPr>
        <p:sp>
          <p:nvSpPr>
            <p:cNvPr id="5" name="Rounded Rectangle 11"/>
            <p:cNvSpPr/>
            <p:nvPr/>
          </p:nvSpPr>
          <p:spPr bwMode="auto">
            <a:xfrm>
              <a:off x="2697689" y="4300761"/>
              <a:ext cx="2889164" cy="2148861"/>
            </a:xfrm>
            <a:prstGeom prst="roundRect">
              <a:avLst>
                <a:gd name="adj" fmla="val 0"/>
              </a:avLst>
            </a:prstGeom>
            <a:solidFill>
              <a:schemeClr val="bg1">
                <a:lumMod val="50000"/>
              </a:schemeClr>
            </a:solidFill>
            <a:ln w="25400" cap="flat" cmpd="sng" algn="ctr">
              <a:noFill/>
              <a:prstDash val="solid"/>
            </a:ln>
            <a:effectLst/>
          </p:spPr>
          <p:txBody>
            <a:bodyPr bIns="91440" anchor="b"/>
            <a:lstStyle/>
            <a:p>
              <a:pPr algn="ctr" defTabSz="685165" fontAlgn="auto">
                <a:spcBef>
                  <a:spcPts val="0"/>
                </a:spcBef>
                <a:spcAft>
                  <a:spcPts val="0"/>
                </a:spcAft>
              </a:pPr>
              <a:endParaRPr lang="en-US" sz="2000" kern="0" dirty="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6" name="Rectangle 41"/>
            <p:cNvSpPr/>
            <p:nvPr/>
          </p:nvSpPr>
          <p:spPr>
            <a:xfrm>
              <a:off x="3103722" y="4946613"/>
              <a:ext cx="2149854" cy="615553"/>
            </a:xfrm>
            <a:prstGeom prst="rect">
              <a:avLst/>
            </a:prstGeom>
          </p:spPr>
          <p:txBody>
            <a:bodyPr wrap="square">
              <a:spAutoFit/>
            </a:bodyPr>
            <a:lstStyle/>
            <a:p>
              <a:pPr lvl="0" defTabSz="685165" fontAlgn="auto">
                <a:spcBef>
                  <a:spcPts val="0"/>
                </a:spcBef>
                <a:spcAft>
                  <a:spcPts val="0"/>
                </a:spcAft>
                <a:defRPr/>
              </a:pPr>
              <a:r>
                <a:rPr lang="zh-CN" altLang="en-US" sz="2400" kern="0" dirty="0">
                  <a:solidFill>
                    <a:srgbClr val="FFFFFF"/>
                  </a:solidFill>
                  <a:latin typeface="微软雅黑" panose="020B0503020204020204" pitchFamily="34" charset="-122"/>
                  <a:ea typeface="微软雅黑" panose="020B0503020204020204" pitchFamily="34" charset="-122"/>
                </a:rPr>
                <a:t>意义（二）</a:t>
              </a:r>
              <a:endParaRPr lang="en-US" altLang="zh-CN" sz="2400" kern="0" dirty="0">
                <a:solidFill>
                  <a:srgbClr val="FFFFFF"/>
                </a:solidFill>
                <a:latin typeface="微软雅黑" panose="020B0503020204020204" pitchFamily="34" charset="-122"/>
                <a:ea typeface="微软雅黑" panose="020B0503020204020204" pitchFamily="34" charset="-122"/>
              </a:endParaRPr>
            </a:p>
          </p:txBody>
        </p:sp>
        <p:pic>
          <p:nvPicPr>
            <p:cNvPr id="7" name="Picture 34"/>
            <p:cNvPicPr>
              <a:picLocks noChangeAspect="1"/>
            </p:cNvPicPr>
            <p:nvPr/>
          </p:nvPicPr>
          <p:blipFill rotWithShape="1">
            <a:blip r:embed="rId3" cstate="print">
              <a:extLst>
                <a:ext uri="{28A0092B-C50C-407E-A947-70E740481C1C}">
                  <a14:useLocalDpi xmlns:a14="http://schemas.microsoft.com/office/drawing/2010/main" val="0"/>
                </a:ext>
              </a:extLst>
            </a:blip>
            <a:srcRect l="24995" t="2045" r="11601"/>
            <a:stretch>
              <a:fillRect/>
            </a:stretch>
          </p:blipFill>
          <p:spPr>
            <a:xfrm>
              <a:off x="556555" y="4300761"/>
              <a:ext cx="2145893" cy="2149665"/>
            </a:xfrm>
            <a:prstGeom prst="rect">
              <a:avLst/>
            </a:prstGeom>
            <a:noFill/>
            <a:ln>
              <a:noFill/>
            </a:ln>
          </p:spPr>
        </p:pic>
      </p:grpSp>
      <p:sp>
        <p:nvSpPr>
          <p:cNvPr id="8" name="Rectangle 40"/>
          <p:cNvSpPr/>
          <p:nvPr/>
        </p:nvSpPr>
        <p:spPr>
          <a:xfrm>
            <a:off x="5410696" y="3571704"/>
            <a:ext cx="2481337" cy="1054143"/>
          </a:xfrm>
          <a:prstGeom prst="rect">
            <a:avLst/>
          </a:prstGeom>
          <a:effectLst/>
        </p:spPr>
        <p:txBody>
          <a:bodyPr wrap="square" lIns="68586" tIns="34294" rIns="68586" bIns="34294">
            <a:spAutoFit/>
          </a:bodyPr>
          <a:lstStyle/>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p:txBody>
      </p:sp>
      <p:sp>
        <p:nvSpPr>
          <p:cNvPr id="9" name="Rectangle 72"/>
          <p:cNvSpPr/>
          <p:nvPr/>
        </p:nvSpPr>
        <p:spPr>
          <a:xfrm>
            <a:off x="5410696" y="1526939"/>
            <a:ext cx="2576336" cy="1546585"/>
          </a:xfrm>
          <a:prstGeom prst="rect">
            <a:avLst/>
          </a:prstGeom>
          <a:effectLst/>
        </p:spPr>
        <p:txBody>
          <a:bodyPr wrap="square" lIns="68586" tIns="34294" rIns="68586" bIns="34294">
            <a:spAutoFit/>
          </a:bodyPr>
          <a:lstStyle/>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p:txBody>
      </p:sp>
      <p:grpSp>
        <p:nvGrpSpPr>
          <p:cNvPr id="10" name="Group 7"/>
          <p:cNvGrpSpPr/>
          <p:nvPr/>
        </p:nvGrpSpPr>
        <p:grpSpPr>
          <a:xfrm>
            <a:off x="820212" y="1423933"/>
            <a:ext cx="3871727" cy="1611646"/>
            <a:chOff x="553608" y="1877341"/>
            <a:chExt cx="5033245" cy="2148861"/>
          </a:xfrm>
        </p:grpSpPr>
        <p:pic>
          <p:nvPicPr>
            <p:cNvPr id="11" name="Picture 33"/>
            <p:cNvPicPr>
              <a:picLocks noChangeAspect="1"/>
            </p:cNvPicPr>
            <p:nvPr/>
          </p:nvPicPr>
          <p:blipFill rotWithShape="1">
            <a:blip r:embed="rId4" cstate="print">
              <a:extLst>
                <a:ext uri="{28A0092B-C50C-407E-A947-70E740481C1C}">
                  <a14:useLocalDpi xmlns:a14="http://schemas.microsoft.com/office/drawing/2010/main" val="0"/>
                </a:ext>
              </a:extLst>
            </a:blip>
            <a:srcRect t="3492" b="28130"/>
            <a:stretch>
              <a:fillRect/>
            </a:stretch>
          </p:blipFill>
          <p:spPr>
            <a:xfrm>
              <a:off x="553608" y="1877341"/>
              <a:ext cx="2148840" cy="2148860"/>
            </a:xfrm>
            <a:prstGeom prst="rect">
              <a:avLst/>
            </a:prstGeom>
            <a:noFill/>
            <a:ln>
              <a:noFill/>
            </a:ln>
          </p:spPr>
        </p:pic>
        <p:sp>
          <p:nvSpPr>
            <p:cNvPr id="12" name="Rounded Rectangle 10"/>
            <p:cNvSpPr/>
            <p:nvPr/>
          </p:nvSpPr>
          <p:spPr bwMode="auto">
            <a:xfrm>
              <a:off x="2697689" y="1877341"/>
              <a:ext cx="2889164" cy="2148861"/>
            </a:xfrm>
            <a:prstGeom prst="roundRect">
              <a:avLst>
                <a:gd name="adj" fmla="val 0"/>
              </a:avLst>
            </a:prstGeom>
            <a:solidFill>
              <a:schemeClr val="tx2">
                <a:lumMod val="75000"/>
              </a:schemeClr>
            </a:solidFill>
            <a:ln w="25400" cap="flat" cmpd="sng" algn="ctr">
              <a:noFill/>
              <a:prstDash val="solid"/>
            </a:ln>
            <a:effectLst/>
          </p:spPr>
          <p:txBody>
            <a:bodyPr bIns="91440" anchor="b"/>
            <a:lstStyle/>
            <a:p>
              <a:pPr algn="ctr" defTabSz="685165" fontAlgn="auto">
                <a:spcBef>
                  <a:spcPts val="0"/>
                </a:spcBef>
                <a:spcAft>
                  <a:spcPts val="0"/>
                </a:spcAft>
              </a:pPr>
              <a:endParaRPr lang="en-US" sz="2000" kern="0" dirty="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3" name="Rectangle 73"/>
            <p:cNvSpPr/>
            <p:nvPr/>
          </p:nvSpPr>
          <p:spPr>
            <a:xfrm>
              <a:off x="3092166" y="2563634"/>
              <a:ext cx="2085866" cy="615553"/>
            </a:xfrm>
            <a:prstGeom prst="rect">
              <a:avLst/>
            </a:prstGeom>
          </p:spPr>
          <p:txBody>
            <a:bodyPr wrap="square">
              <a:spAutoFit/>
            </a:bodyPr>
            <a:lstStyle/>
            <a:p>
              <a:pPr marL="0" marR="0" lvl="0" indent="0" defTabSz="685165"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意义（一）</a:t>
              </a:r>
              <a:endParaRPr kumimoji="0" 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cxnSp>
        <p:nvCxnSpPr>
          <p:cNvPr id="14" name="Straight Arrow Connector 70"/>
          <p:cNvCxnSpPr/>
          <p:nvPr/>
        </p:nvCxnSpPr>
        <p:spPr>
          <a:xfrm>
            <a:off x="4691938" y="4022222"/>
            <a:ext cx="633046" cy="0"/>
          </a:xfrm>
          <a:prstGeom prst="straightConnector1">
            <a:avLst/>
          </a:prstGeom>
          <a:noFill/>
          <a:ln w="38100" cap="rnd" cmpd="sng" algn="ctr">
            <a:solidFill>
              <a:srgbClr val="002060"/>
            </a:solidFill>
            <a:prstDash val="sysDot"/>
            <a:tailEnd type="oval"/>
          </a:ln>
          <a:effectLst/>
        </p:spPr>
      </p:cxnSp>
      <p:cxnSp>
        <p:nvCxnSpPr>
          <p:cNvPr id="15" name="Straight Arrow Connector 75"/>
          <p:cNvCxnSpPr/>
          <p:nvPr/>
        </p:nvCxnSpPr>
        <p:spPr>
          <a:xfrm flipV="1">
            <a:off x="4691938" y="2238540"/>
            <a:ext cx="633046" cy="1"/>
          </a:xfrm>
          <a:prstGeom prst="straightConnector1">
            <a:avLst/>
          </a:prstGeom>
          <a:noFill/>
          <a:ln w="38100" cap="rnd" cmpd="sng" algn="ctr">
            <a:solidFill>
              <a:srgbClr val="002060"/>
            </a:solidFill>
            <a:prstDash val="sysDot"/>
            <a:tailEnd type="oval"/>
          </a:ln>
          <a:effectLst/>
        </p:spPr>
      </p:cxnSp>
      <p:sp>
        <p:nvSpPr>
          <p:cNvPr id="16" name="矩形 15"/>
          <p:cNvSpPr/>
          <p:nvPr/>
        </p:nvSpPr>
        <p:spPr>
          <a:xfrm>
            <a:off x="762033" y="820068"/>
            <a:ext cx="1467068" cy="400110"/>
          </a:xfrm>
          <a:prstGeom prst="rect">
            <a:avLst/>
          </a:prstGeom>
          <a:noFill/>
        </p:spPr>
        <p:txBody>
          <a:bodyPr vert="horz" wrap="square" rtlCol="0">
            <a:spAutoFit/>
          </a:bodyPr>
          <a:lstStyle/>
          <a:p>
            <a:pPr algn="ctr" fontAlgn="b"/>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研究的意义</a:t>
            </a:r>
          </a:p>
        </p:txBody>
      </p:sp>
      <p:sp>
        <p:nvSpPr>
          <p:cNvPr id="17" name="TextBox 16"/>
          <p:cNvSpPr txBox="1"/>
          <p:nvPr/>
        </p:nvSpPr>
        <p:spPr>
          <a:xfrm>
            <a:off x="6829648" y="145579"/>
            <a:ext cx="2088232" cy="369332"/>
          </a:xfrm>
          <a:prstGeom prst="rect">
            <a:avLst/>
          </a:prstGeom>
          <a:noFill/>
        </p:spPr>
        <p:txBody>
          <a:bodyPr vert="horz" wrap="square" rtlCol="0">
            <a:spAutoFit/>
          </a:bodyPr>
          <a:lstStyle/>
          <a:p>
            <a:pPr algn="ctr" fontAlgn="b"/>
            <a:r>
              <a:rPr lang="zh-CN" altLang="zh-CN" dirty="0">
                <a:solidFill>
                  <a:schemeClr val="tx2">
                    <a:lumMod val="75000"/>
                  </a:schemeClr>
                </a:solidFill>
                <a:latin typeface="微软雅黑" panose="020B0503020204020204" pitchFamily="34" charset="-122"/>
                <a:ea typeface="微软雅黑" panose="020B0503020204020204" pitchFamily="34" charset="-122"/>
              </a:rPr>
              <a:t>选题背景</a:t>
            </a:r>
            <a:r>
              <a:rPr lang="zh-CN" altLang="en-US" dirty="0">
                <a:solidFill>
                  <a:schemeClr val="tx2">
                    <a:lumMod val="75000"/>
                  </a:schemeClr>
                </a:solidFill>
                <a:latin typeface="微软雅黑" panose="020B0503020204020204" pitchFamily="34" charset="-122"/>
                <a:ea typeface="微软雅黑" panose="020B0503020204020204" pitchFamily="34" charset="-122"/>
              </a:rPr>
              <a:t>及意义</a:t>
            </a:r>
            <a:endParaRPr lang="zh-CN" altLang="zh-CN" dirty="0">
              <a:solidFill>
                <a:schemeClr val="tx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4000">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 presetClass="entr" presetSubtype="8" decel="10000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0-#ppt_w/2"/>
                                          </p:val>
                                        </p:tav>
                                        <p:tav tm="100000">
                                          <p:val>
                                            <p:strVal val="#ppt_x"/>
                                          </p:val>
                                        </p:tav>
                                      </p:tavLst>
                                    </p:anim>
                                    <p:anim calcmode="lin" valueType="num">
                                      <p:cBhvr additive="base">
                                        <p:cTn id="12" dur="100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par>
                          <p:cTn id="17" fill="hold">
                            <p:stCondLst>
                              <p:cond delay="20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par>
                          <p:cTn id="21" fill="hold">
                            <p:stCondLst>
                              <p:cond delay="2500"/>
                            </p:stCondLst>
                            <p:childTnLst>
                              <p:par>
                                <p:cTn id="22" presetID="2" presetClass="entr" presetSubtype="8" decel="10000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1000" fill="hold"/>
                                        <p:tgtEl>
                                          <p:spTgt spid="4"/>
                                        </p:tgtEl>
                                        <p:attrNameLst>
                                          <p:attrName>ppt_x</p:attrName>
                                        </p:attrNameLst>
                                      </p:cBhvr>
                                      <p:tavLst>
                                        <p:tav tm="0">
                                          <p:val>
                                            <p:strVal val="0-#ppt_w/2"/>
                                          </p:val>
                                        </p:tav>
                                        <p:tav tm="100000">
                                          <p:val>
                                            <p:strVal val="#ppt_x"/>
                                          </p:val>
                                        </p:tav>
                                      </p:tavLst>
                                    </p:anim>
                                    <p:anim calcmode="lin" valueType="num">
                                      <p:cBhvr additive="base">
                                        <p:cTn id="25" dur="1000" fill="hold"/>
                                        <p:tgtEl>
                                          <p:spTgt spid="4"/>
                                        </p:tgtEl>
                                        <p:attrNameLst>
                                          <p:attrName>ppt_y</p:attrName>
                                        </p:attrNameLst>
                                      </p:cBhvr>
                                      <p:tavLst>
                                        <p:tav tm="0">
                                          <p:val>
                                            <p:strVal val="#ppt_y"/>
                                          </p:val>
                                        </p:tav>
                                        <p:tav tm="100000">
                                          <p:val>
                                            <p:strVal val="#ppt_y"/>
                                          </p:val>
                                        </p:tav>
                                      </p:tavLst>
                                    </p:anim>
                                  </p:childTnLst>
                                </p:cTn>
                              </p:par>
                            </p:childTnLst>
                          </p:cTn>
                        </p:par>
                        <p:par>
                          <p:cTn id="26" fill="hold">
                            <p:stCondLst>
                              <p:cond delay="3500"/>
                            </p:stCondLst>
                            <p:childTnLst>
                              <p:par>
                                <p:cTn id="27" presetID="22" presetClass="entr" presetSubtype="8"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par>
                          <p:cTn id="30" fill="hold">
                            <p:stCondLst>
                              <p:cond delay="4000"/>
                            </p:stCondLst>
                            <p:childTnLst>
                              <p:par>
                                <p:cTn id="31" presetID="10"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TextBox 4"/>
          <p:cNvSpPr txBox="1"/>
          <p:nvPr/>
        </p:nvSpPr>
        <p:spPr>
          <a:xfrm>
            <a:off x="3369176" y="2118370"/>
            <a:ext cx="3801359"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理论基础</a:t>
            </a:r>
          </a:p>
        </p:txBody>
      </p:sp>
      <p:sp>
        <p:nvSpPr>
          <p:cNvPr id="6" name="泪滴形 5"/>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2</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r"/>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bwMode="auto">
          <a:xfrm>
            <a:off x="6497837" y="1715351"/>
            <a:ext cx="2322635" cy="2208761"/>
          </a:xfrm>
          <a:prstGeom prst="rect">
            <a:avLst/>
          </a:prstGeom>
          <a:solidFill>
            <a:srgbClr val="0070C0"/>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defTabSz="514350"/>
            <a:r>
              <a:rPr lang="en-US" altLang="zh-CN" sz="6000" b="1" kern="0" dirty="0">
                <a:solidFill>
                  <a:srgbClr val="FFC000"/>
                </a:solidFill>
                <a:latin typeface="Segoe UI Light" panose="020B0502040204020203" pitchFamily="34" charset="0"/>
                <a:ea typeface="+mn-ea"/>
              </a:rPr>
              <a:t> </a:t>
            </a: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p:txBody>
      </p:sp>
      <p:sp>
        <p:nvSpPr>
          <p:cNvPr id="5" name="Rectangle 3"/>
          <p:cNvSpPr/>
          <p:nvPr/>
        </p:nvSpPr>
        <p:spPr bwMode="auto">
          <a:xfrm>
            <a:off x="3561997" y="1715351"/>
            <a:ext cx="2322635" cy="2208761"/>
          </a:xfrm>
          <a:prstGeom prst="rect">
            <a:avLst/>
          </a:prstGeom>
          <a:solidFill>
            <a:srgbClr val="ED5326"/>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p:txBody>
      </p:sp>
      <p:sp>
        <p:nvSpPr>
          <p:cNvPr id="6" name="TextBox 5"/>
          <p:cNvSpPr txBox="1"/>
          <p:nvPr/>
        </p:nvSpPr>
        <p:spPr>
          <a:xfrm>
            <a:off x="3828250" y="1966498"/>
            <a:ext cx="1790129"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p:txBody>
      </p:sp>
      <p:sp>
        <p:nvSpPr>
          <p:cNvPr id="7" name="TextBox 6"/>
          <p:cNvSpPr txBox="1"/>
          <p:nvPr/>
        </p:nvSpPr>
        <p:spPr>
          <a:xfrm>
            <a:off x="6839298" y="1966498"/>
            <a:ext cx="1639713"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p:txBody>
      </p:sp>
      <p:sp>
        <p:nvSpPr>
          <p:cNvPr id="8" name="Rectangle 7"/>
          <p:cNvSpPr/>
          <p:nvPr/>
        </p:nvSpPr>
        <p:spPr bwMode="auto">
          <a:xfrm>
            <a:off x="542685" y="1715351"/>
            <a:ext cx="2372171" cy="2208761"/>
          </a:xfrm>
          <a:prstGeom prst="rect">
            <a:avLst/>
          </a:prstGeom>
          <a:solidFill>
            <a:srgbClr val="0070C0"/>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p:txBody>
      </p:sp>
      <p:sp>
        <p:nvSpPr>
          <p:cNvPr id="9" name="TextBox 8"/>
          <p:cNvSpPr txBox="1"/>
          <p:nvPr/>
        </p:nvSpPr>
        <p:spPr>
          <a:xfrm>
            <a:off x="833706" y="1966498"/>
            <a:ext cx="1790129"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在此录入文字内容</a:t>
            </a:r>
          </a:p>
        </p:txBody>
      </p:sp>
      <p:sp>
        <p:nvSpPr>
          <p:cNvPr id="10" name="手杖形箭头 9"/>
          <p:cNvSpPr/>
          <p:nvPr/>
        </p:nvSpPr>
        <p:spPr>
          <a:xfrm flipH="1">
            <a:off x="1477702" y="984340"/>
            <a:ext cx="3245611" cy="649024"/>
          </a:xfrm>
          <a:prstGeom prst="uturnArrow">
            <a:avLst>
              <a:gd name="adj1" fmla="val 23277"/>
              <a:gd name="adj2" fmla="val 25000"/>
              <a:gd name="adj3" fmla="val 28448"/>
              <a:gd name="adj4" fmla="val 37717"/>
              <a:gd name="adj5" fmla="val 99132"/>
            </a:avLst>
          </a:prstGeom>
          <a:solidFill>
            <a:srgbClr val="ED5326"/>
          </a:solidFill>
          <a:ln w="25400" cap="flat" cmpd="sng" algn="ctr">
            <a:noFill/>
            <a:prstDash val="solid"/>
          </a:ln>
          <a:effectLst/>
        </p:spPr>
        <p:txBody>
          <a:bodyPr bIns="91440" anchor="b"/>
          <a:lstStyle/>
          <a:p>
            <a:pPr algn="ctr" defTabSz="685165" fontAlgn="auto">
              <a:spcBef>
                <a:spcPts val="0"/>
              </a:spcBef>
              <a:spcAft>
                <a:spcPts val="0"/>
              </a:spcAft>
            </a:pPr>
            <a:endParaRPr lang="zh-CN" altLang="en-US" sz="2000" kern="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1" name="手杖形箭头 10"/>
          <p:cNvSpPr/>
          <p:nvPr/>
        </p:nvSpPr>
        <p:spPr>
          <a:xfrm flipV="1">
            <a:off x="1496305" y="4081636"/>
            <a:ext cx="6316055" cy="594659"/>
          </a:xfrm>
          <a:prstGeom prst="uturnArrow">
            <a:avLst>
              <a:gd name="adj1" fmla="val 29328"/>
              <a:gd name="adj2" fmla="val 25000"/>
              <a:gd name="adj3" fmla="val 30212"/>
              <a:gd name="adj4" fmla="val 37717"/>
              <a:gd name="adj5" fmla="val 97354"/>
            </a:avLst>
          </a:prstGeom>
          <a:solidFill>
            <a:srgbClr val="00B0F0"/>
          </a:solidFill>
          <a:ln>
            <a:noFill/>
          </a:ln>
          <a:effectLst/>
        </p:spPr>
        <p:txBody>
          <a:bodyPr wrap="none" anchor="ctr"/>
          <a:lstStyle/>
          <a:p>
            <a:pPr fontAlgn="auto">
              <a:spcBef>
                <a:spcPts val="0"/>
              </a:spcBef>
              <a:spcAft>
                <a:spcPts val="0"/>
              </a:spcAft>
            </a:pPr>
            <a:endParaRPr lang="zh-CN" altLang="en-US">
              <a:solidFill>
                <a:prstClr val="black"/>
              </a:solidFill>
              <a:latin typeface="Calibri" panose="020F0502020204030204"/>
              <a:ea typeface="宋体" panose="02010600030101010101" pitchFamily="2" charset="-122"/>
            </a:endParaRPr>
          </a:p>
        </p:txBody>
      </p:sp>
      <p:sp>
        <p:nvSpPr>
          <p:cNvPr id="12" name="Freeform 1075"/>
          <p:cNvSpPr>
            <a:spLocks noChangeAspect="1"/>
          </p:cNvSpPr>
          <p:nvPr/>
        </p:nvSpPr>
        <p:spPr bwMode="auto">
          <a:xfrm>
            <a:off x="752086" y="2569468"/>
            <a:ext cx="1853369" cy="126720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blipFill dpi="0" rotWithShape="1">
            <a:blip r:embed="rId3" cstate="print"/>
            <a:srcRect/>
            <a:stretch>
              <a:fillRect/>
            </a:stretch>
          </a:blipFill>
          <a:ln w="9525">
            <a:noFill/>
            <a:round/>
          </a:ln>
        </p:spPr>
        <p:txBody>
          <a:bodyPr/>
          <a:lstStyle/>
          <a:p>
            <a:pPr defTabSz="457200">
              <a:defRPr/>
            </a:pPr>
            <a:endParaRPr lang="da-DK">
              <a:ea typeface="MS PGothic" panose="020B0600070205080204" pitchFamily="-97" charset="-128"/>
            </a:endParaRPr>
          </a:p>
        </p:txBody>
      </p:sp>
      <p:pic>
        <p:nvPicPr>
          <p:cNvPr id="13" name="Gruppe 122"/>
          <p:cNvPicPr>
            <a:picLocks noChangeArrowheads="1"/>
          </p:cNvPicPr>
          <p:nvPr/>
        </p:nvPicPr>
        <p:blipFill rotWithShape="1">
          <a:blip r:embed="rId4" cstate="print">
            <a:extLst>
              <a:ext uri="{28A0092B-C50C-407E-A947-70E740481C1C}">
                <a14:useLocalDpi xmlns:a14="http://schemas.microsoft.com/office/drawing/2010/main" val="0"/>
              </a:ext>
            </a:extLst>
          </a:blip>
          <a:srcRect l="6120" t="17080" r="8483" b="19104"/>
          <a:stretch>
            <a:fillRect/>
          </a:stretch>
        </p:blipFill>
        <p:spPr bwMode="auto">
          <a:xfrm>
            <a:off x="6670627" y="2569468"/>
            <a:ext cx="1977054" cy="1267200"/>
          </a:xfrm>
          <a:prstGeom prst="rect">
            <a:avLst/>
          </a:prstGeom>
          <a:noFill/>
          <a:extLst>
            <a:ext uri="{909E8E84-426E-40DD-AFC4-6F175D3DCCD1}">
              <a14:hiddenFill xmlns:a14="http://schemas.microsoft.com/office/drawing/2010/main">
                <a:solidFill>
                  <a:srgbClr val="FFFFFF"/>
                </a:solidFill>
              </a14:hiddenFill>
            </a:ext>
          </a:extLst>
        </p:spPr>
      </p:pic>
      <p:pic>
        <p:nvPicPr>
          <p:cNvPr id="14" name="Gruppe 122"/>
          <p:cNvPicPr>
            <a:picLocks noChangeArrowheads="1"/>
          </p:cNvPicPr>
          <p:nvPr/>
        </p:nvPicPr>
        <p:blipFill rotWithShape="1">
          <a:blip r:embed="rId5" cstate="print">
            <a:extLst>
              <a:ext uri="{28A0092B-C50C-407E-A947-70E740481C1C}">
                <a14:useLocalDpi xmlns:a14="http://schemas.microsoft.com/office/drawing/2010/main" val="0"/>
              </a:ext>
            </a:extLst>
          </a:blip>
          <a:srcRect l="5928" t="15379" r="8085" b="19565"/>
          <a:stretch>
            <a:fillRect/>
          </a:stretch>
        </p:blipFill>
        <p:spPr bwMode="auto">
          <a:xfrm>
            <a:off x="3828250" y="2569468"/>
            <a:ext cx="1790129" cy="126801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992412" y="1201316"/>
            <a:ext cx="2236510" cy="400110"/>
          </a:xfrm>
          <a:prstGeom prst="rect">
            <a:avLst/>
          </a:prstGeom>
          <a:noFill/>
        </p:spPr>
        <p:txBody>
          <a:bodyPr wrap="none" rtlCol="0">
            <a:spAutoFit/>
          </a:bodyPr>
          <a:lstStyle/>
          <a:p>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点击添加说明文字</a:t>
            </a:r>
          </a:p>
        </p:txBody>
      </p:sp>
      <p:sp>
        <p:nvSpPr>
          <p:cNvPr id="16" name="TextBox 15"/>
          <p:cNvSpPr txBox="1"/>
          <p:nvPr/>
        </p:nvSpPr>
        <p:spPr>
          <a:xfrm>
            <a:off x="3707904" y="4081388"/>
            <a:ext cx="2236510" cy="400110"/>
          </a:xfrm>
          <a:prstGeom prst="rect">
            <a:avLst/>
          </a:prstGeom>
          <a:noFill/>
        </p:spPr>
        <p:txBody>
          <a:bodyPr wrap="none" rtlCol="0">
            <a:spAutoFit/>
          </a:bodyPr>
          <a:lstStyle/>
          <a:p>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点击添加说明文字</a:t>
            </a:r>
          </a:p>
        </p:txBody>
      </p:sp>
      <p:sp>
        <p:nvSpPr>
          <p:cNvPr id="17" name="TextBox 16"/>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Tree>
  </p:cSld>
  <p:clrMapOvr>
    <a:masterClrMapping/>
  </p:clrMapOvr>
  <mc:AlternateContent xmlns:mc="http://schemas.openxmlformats.org/markup-compatibility/2006" xmlns:p14="http://schemas.microsoft.com/office/powerpoint/2010/main">
    <mc:Choice Requires="p14">
      <p:transition spd="slow" p14:dur="1600" advClick="0" advTm="6000">
        <p14:gallery dir="l"/>
      </p:transition>
    </mc:Choice>
    <mc:Fallback xmlns="">
      <p:transition spd="slow" advClick="0"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anim calcmode="lin" valueType="num">
                                      <p:cBhvr>
                                        <p:cTn id="21" dur="500" fill="hold"/>
                                        <p:tgtEl>
                                          <p:spTgt spid="9"/>
                                        </p:tgtEl>
                                        <p:attrNameLst>
                                          <p:attrName>ppt_x</p:attrName>
                                        </p:attrNameLst>
                                      </p:cBhvr>
                                      <p:tavLst>
                                        <p:tav tm="0">
                                          <p:val>
                                            <p:strVal val="#ppt_x"/>
                                          </p:val>
                                        </p:tav>
                                        <p:tav tm="100000">
                                          <p:val>
                                            <p:strVal val="#ppt_x"/>
                                          </p:val>
                                        </p:tav>
                                      </p:tavLst>
                                    </p:anim>
                                    <p:anim calcmode="lin" valueType="num">
                                      <p:cBhvr>
                                        <p:cTn id="22" dur="5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2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5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1500"/>
                            </p:stCondLst>
                            <p:childTnLst>
                              <p:par>
                                <p:cTn id="44" presetID="22" presetClass="entr" presetSubtype="2"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right)">
                                      <p:cBhvr>
                                        <p:cTn id="46" dur="750"/>
                                        <p:tgtEl>
                                          <p:spTgt spid="10"/>
                                        </p:tgtEl>
                                      </p:cBhvr>
                                    </p:animEffect>
                                  </p:childTnLst>
                                </p:cTn>
                              </p:par>
                            </p:childTnLst>
                          </p:cTn>
                        </p:par>
                        <p:par>
                          <p:cTn id="47" fill="hold">
                            <p:stCondLst>
                              <p:cond delay="2500"/>
                            </p:stCondLst>
                            <p:childTnLst>
                              <p:par>
                                <p:cTn id="48" presetID="16" presetClass="entr" presetSubtype="21"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arn(inVertical)">
                                      <p:cBhvr>
                                        <p:cTn id="50" dur="500"/>
                                        <p:tgtEl>
                                          <p:spTgt spid="15"/>
                                        </p:tgtEl>
                                      </p:cBhvr>
                                    </p:animEffect>
                                  </p:childTnLst>
                                </p:cTn>
                              </p:par>
                            </p:childTnLst>
                          </p:cTn>
                        </p:par>
                        <p:par>
                          <p:cTn id="51" fill="hold">
                            <p:stCondLst>
                              <p:cond delay="3000"/>
                            </p:stCondLst>
                            <p:childTnLst>
                              <p:par>
                                <p:cTn id="52" presetID="22" presetClass="entr" presetSubtype="8" fill="hold" grpId="0" nodeType="after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750"/>
                                        <p:tgtEl>
                                          <p:spTgt spid="11"/>
                                        </p:tgtEl>
                                      </p:cBhvr>
                                    </p:animEffect>
                                  </p:childTnLst>
                                </p:cTn>
                              </p:par>
                            </p:childTnLst>
                          </p:cTn>
                        </p:par>
                        <p:par>
                          <p:cTn id="55" fill="hold">
                            <p:stCondLst>
                              <p:cond delay="4000"/>
                            </p:stCondLst>
                            <p:childTnLst>
                              <p:par>
                                <p:cTn id="56" presetID="16" presetClass="entr" presetSubtype="21"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arn(inVertical)">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animBg="1"/>
      <p:bldP spid="11" grpId="0" animBg="1"/>
      <p:bldP spid="12" grpId="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8"/>
          <p:cNvSpPr>
            <a:spLocks noChangeArrowheads="1"/>
          </p:cNvSpPr>
          <p:nvPr/>
        </p:nvSpPr>
        <p:spPr bwMode="gray">
          <a:xfrm>
            <a:off x="5691262" y="3733385"/>
            <a:ext cx="2609850" cy="522287"/>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7" name="Rectangle 9"/>
          <p:cNvSpPr>
            <a:spLocks noChangeArrowheads="1"/>
          </p:cNvSpPr>
          <p:nvPr/>
        </p:nvSpPr>
        <p:spPr bwMode="gray">
          <a:xfrm>
            <a:off x="5691262" y="3184110"/>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8" name="Rectangle 10"/>
          <p:cNvSpPr>
            <a:spLocks noChangeArrowheads="1"/>
          </p:cNvSpPr>
          <p:nvPr/>
        </p:nvSpPr>
        <p:spPr bwMode="gray">
          <a:xfrm>
            <a:off x="5691262" y="2634835"/>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9" name="Rectangle 11"/>
          <p:cNvSpPr>
            <a:spLocks noChangeArrowheads="1"/>
          </p:cNvSpPr>
          <p:nvPr/>
        </p:nvSpPr>
        <p:spPr bwMode="gray">
          <a:xfrm>
            <a:off x="5691262" y="2085560"/>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30" name="Rectangle 12"/>
          <p:cNvSpPr>
            <a:spLocks noChangeArrowheads="1"/>
          </p:cNvSpPr>
          <p:nvPr/>
        </p:nvSpPr>
        <p:spPr bwMode="gray">
          <a:xfrm>
            <a:off x="5691262" y="1536285"/>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31" name="Text Box 13"/>
          <p:cNvSpPr txBox="1">
            <a:spLocks noChangeArrowheads="1"/>
          </p:cNvSpPr>
          <p:nvPr/>
        </p:nvSpPr>
        <p:spPr bwMode="gray">
          <a:xfrm>
            <a:off x="5578549" y="4255672"/>
            <a:ext cx="576263"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Text Box 14"/>
          <p:cNvSpPr txBox="1">
            <a:spLocks noChangeArrowheads="1"/>
          </p:cNvSpPr>
          <p:nvPr/>
        </p:nvSpPr>
        <p:spPr bwMode="gray">
          <a:xfrm>
            <a:off x="5591249" y="3695285"/>
            <a:ext cx="490538"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200</a:t>
            </a:r>
          </a:p>
        </p:txBody>
      </p:sp>
      <p:sp>
        <p:nvSpPr>
          <p:cNvPr id="33" name="Text Box 15"/>
          <p:cNvSpPr txBox="1">
            <a:spLocks noChangeArrowheads="1"/>
          </p:cNvSpPr>
          <p:nvPr/>
        </p:nvSpPr>
        <p:spPr bwMode="gray">
          <a:xfrm>
            <a:off x="5583312" y="3149185"/>
            <a:ext cx="490537"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400</a:t>
            </a:r>
          </a:p>
        </p:txBody>
      </p:sp>
      <p:sp>
        <p:nvSpPr>
          <p:cNvPr id="34" name="Text Box 16"/>
          <p:cNvSpPr txBox="1">
            <a:spLocks noChangeArrowheads="1"/>
          </p:cNvSpPr>
          <p:nvPr/>
        </p:nvSpPr>
        <p:spPr bwMode="gray">
          <a:xfrm>
            <a:off x="5584899" y="2606260"/>
            <a:ext cx="490538"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600</a:t>
            </a:r>
          </a:p>
        </p:txBody>
      </p:sp>
      <p:sp>
        <p:nvSpPr>
          <p:cNvPr id="35" name="Text Box 17"/>
          <p:cNvSpPr txBox="1">
            <a:spLocks noChangeArrowheads="1"/>
          </p:cNvSpPr>
          <p:nvPr/>
        </p:nvSpPr>
        <p:spPr bwMode="gray">
          <a:xfrm>
            <a:off x="5586487" y="2071272"/>
            <a:ext cx="490537" cy="274638"/>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800</a:t>
            </a:r>
          </a:p>
        </p:txBody>
      </p:sp>
      <p:sp>
        <p:nvSpPr>
          <p:cNvPr id="36" name="Text Box 18"/>
          <p:cNvSpPr txBox="1">
            <a:spLocks noChangeArrowheads="1"/>
          </p:cNvSpPr>
          <p:nvPr/>
        </p:nvSpPr>
        <p:spPr bwMode="gray">
          <a:xfrm>
            <a:off x="5578549" y="1499772"/>
            <a:ext cx="633413" cy="274638"/>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dirty="0">
                <a:solidFill>
                  <a:srgbClr val="000000">
                    <a:lumMod val="95000"/>
                    <a:lumOff val="5000"/>
                  </a:srgbClr>
                </a:solidFill>
                <a:latin typeface="Arial" panose="020B0604020202020204" pitchFamily="34" charset="0"/>
                <a:cs typeface="Arial" panose="020B0604020202020204" pitchFamily="34" charset="0"/>
              </a:rPr>
              <a:t>1000</a:t>
            </a:r>
          </a:p>
        </p:txBody>
      </p:sp>
      <p:sp>
        <p:nvSpPr>
          <p:cNvPr id="37" name="Rectangle 19"/>
          <p:cNvSpPr>
            <a:spLocks noChangeArrowheads="1"/>
          </p:cNvSpPr>
          <p:nvPr/>
        </p:nvSpPr>
        <p:spPr bwMode="gray">
          <a:xfrm>
            <a:off x="6475487" y="2953922"/>
            <a:ext cx="217487" cy="1293813"/>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endParaRPr lang="zh-CN" altLang="en-US" kern="0">
              <a:solidFill>
                <a:srgbClr val="17347D"/>
              </a:solidFill>
              <a:latin typeface="Arial" panose="020B0604020202020204" pitchFamily="34" charset="0"/>
            </a:endParaRPr>
          </a:p>
        </p:txBody>
      </p:sp>
      <p:sp>
        <p:nvSpPr>
          <p:cNvPr id="38" name="Rectangle 20"/>
          <p:cNvSpPr>
            <a:spLocks noChangeArrowheads="1"/>
          </p:cNvSpPr>
          <p:nvPr/>
        </p:nvSpPr>
        <p:spPr bwMode="gray">
          <a:xfrm>
            <a:off x="7115249" y="1706147"/>
            <a:ext cx="217488" cy="2541588"/>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pPr>
              <a:defRPr/>
            </a:pPr>
            <a:endParaRPr lang="zh-CN" altLang="en-US" kern="0">
              <a:solidFill>
                <a:srgbClr val="17347D"/>
              </a:solidFill>
              <a:latin typeface="Arial" panose="020B0604020202020204" pitchFamily="34" charset="0"/>
            </a:endParaRPr>
          </a:p>
        </p:txBody>
      </p:sp>
      <p:sp>
        <p:nvSpPr>
          <p:cNvPr id="39" name="Rectangle 21"/>
          <p:cNvSpPr>
            <a:spLocks noChangeArrowheads="1"/>
          </p:cNvSpPr>
          <p:nvPr/>
        </p:nvSpPr>
        <p:spPr bwMode="gray">
          <a:xfrm>
            <a:off x="7766124" y="2085560"/>
            <a:ext cx="217488" cy="2162175"/>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endParaRPr lang="zh-CN" altLang="en-US" kern="0">
              <a:solidFill>
                <a:srgbClr val="17347D"/>
              </a:solidFill>
              <a:latin typeface="Arial" panose="020B0604020202020204" pitchFamily="34" charset="0"/>
            </a:endParaRPr>
          </a:p>
        </p:txBody>
      </p:sp>
      <p:sp>
        <p:nvSpPr>
          <p:cNvPr id="40" name="Text Box 22"/>
          <p:cNvSpPr txBox="1">
            <a:spLocks noChangeArrowheads="1"/>
          </p:cNvSpPr>
          <p:nvPr/>
        </p:nvSpPr>
        <p:spPr bwMode="gray">
          <a:xfrm>
            <a:off x="6299274" y="4255672"/>
            <a:ext cx="649288"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Text Box 23"/>
          <p:cNvSpPr txBox="1">
            <a:spLocks noChangeArrowheads="1"/>
          </p:cNvSpPr>
          <p:nvPr/>
        </p:nvSpPr>
        <p:spPr bwMode="gray">
          <a:xfrm>
            <a:off x="6919987" y="4255672"/>
            <a:ext cx="638174"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2" name="Text Box 24"/>
          <p:cNvSpPr txBox="1">
            <a:spLocks noChangeArrowheads="1"/>
          </p:cNvSpPr>
          <p:nvPr/>
        </p:nvSpPr>
        <p:spPr bwMode="gray">
          <a:xfrm>
            <a:off x="7501011" y="4255672"/>
            <a:ext cx="782637"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Text Box 25"/>
          <p:cNvSpPr txBox="1">
            <a:spLocks noChangeArrowheads="1"/>
          </p:cNvSpPr>
          <p:nvPr/>
        </p:nvSpPr>
        <p:spPr bwMode="gray">
          <a:xfrm>
            <a:off x="7574037" y="1201316"/>
            <a:ext cx="814387"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200" b="1" dirty="0">
                <a:solidFill>
                  <a:srgbClr val="000000">
                    <a:lumMod val="95000"/>
                    <a:lumOff val="5000"/>
                  </a:srgbClr>
                </a:solidFill>
                <a:latin typeface="Arial" panose="020B0604020202020204" pitchFamily="34" charset="0"/>
                <a:cs typeface="Arial" panose="020B0604020202020204" pitchFamily="34" charset="0"/>
              </a:rPr>
              <a:t>标题文字</a:t>
            </a:r>
            <a:endParaRPr lang="en-US" altLang="zh-CN" sz="1200" b="1" dirty="0">
              <a:solidFill>
                <a:srgbClr val="000000">
                  <a:lumMod val="95000"/>
                  <a:lumOff val="5000"/>
                </a:srgbClr>
              </a:solidFill>
              <a:latin typeface="Arial" panose="020B0604020202020204" pitchFamily="34" charset="0"/>
              <a:cs typeface="Arial" panose="020B0604020202020204" pitchFamily="34" charset="0"/>
            </a:endParaRPr>
          </a:p>
        </p:txBody>
      </p:sp>
      <p:sp>
        <p:nvSpPr>
          <p:cNvPr id="44" name="Text Box 28"/>
          <p:cNvSpPr txBox="1">
            <a:spLocks noChangeArrowheads="1"/>
          </p:cNvSpPr>
          <p:nvPr/>
        </p:nvSpPr>
        <p:spPr bwMode="auto">
          <a:xfrm>
            <a:off x="6099001" y="4654900"/>
            <a:ext cx="1857375" cy="34163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4D4D">
                      <a:alpha val="50000"/>
                    </a:srgbClr>
                  </a:outerShdw>
                </a:effectLst>
              </a14:hiddenEffects>
            </a:ext>
          </a:extLst>
        </p:spPr>
        <p:txBody>
          <a:bodyPr wrap="square">
            <a:spAutoFit/>
          </a:bodyPr>
          <a:lstStyle>
            <a:lvl1pPr marL="173355" indent="-173355">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marL="0" indent="0" algn="ctr" fontAlgn="base">
              <a:lnSpc>
                <a:spcPct val="90000"/>
              </a:lnSpc>
              <a:spcBef>
                <a:spcPct val="50000"/>
              </a:spcBef>
              <a:spcAft>
                <a:spcPct val="0"/>
              </a:spcAft>
            </a:pPr>
            <a:r>
              <a:rPr lang="zh-CN" altLang="en-US" b="1"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添加图表标题</a:t>
            </a:r>
            <a:endParaRPr lang="en-US" altLang="zh-CN" b="1"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5" name="Picture 2" descr="C:\Users\hd02\Desktop\bld036040.jpg"/>
          <p:cNvPicPr>
            <a:picLocks noChangeAspect="1" noChangeArrowheads="1"/>
          </p:cNvPicPr>
          <p:nvPr/>
        </p:nvPicPr>
        <p:blipFill rotWithShape="1">
          <a:blip r:embed="rId3" cstate="print">
            <a:grayscl/>
            <a:extLst>
              <a:ext uri="{28A0092B-C50C-407E-A947-70E740481C1C}">
                <a14:useLocalDpi xmlns:a14="http://schemas.microsoft.com/office/drawing/2010/main" val="0"/>
              </a:ext>
            </a:extLst>
          </a:blip>
          <a:srcRect t="36845"/>
          <a:stretch>
            <a:fillRect/>
          </a:stretch>
        </p:blipFill>
        <p:spPr bwMode="auto">
          <a:xfrm>
            <a:off x="876974" y="2306272"/>
            <a:ext cx="4629567" cy="194225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6" name="矩形 45"/>
          <p:cNvSpPr/>
          <p:nvPr/>
        </p:nvSpPr>
        <p:spPr>
          <a:xfrm>
            <a:off x="876974" y="1536285"/>
            <a:ext cx="4629568" cy="67230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47" name="矩形 46"/>
          <p:cNvSpPr/>
          <p:nvPr/>
        </p:nvSpPr>
        <p:spPr>
          <a:xfrm>
            <a:off x="1042045" y="1610828"/>
            <a:ext cx="3057247" cy="523220"/>
          </a:xfrm>
          <a:prstGeom prst="rect">
            <a:avLst/>
          </a:prstGeom>
        </p:spPr>
        <p:txBody>
          <a:bodyPr wrap="none">
            <a:spAutoFit/>
          </a:bodyPr>
          <a:lstStyle/>
          <a:p>
            <a:pPr defTabSz="1028700">
              <a:spcBef>
                <a:spcPct val="0"/>
              </a:spcBef>
              <a:defRPr/>
            </a:pPr>
            <a:r>
              <a:rPr lang="zh-CN" altLang="en-US" sz="2800" b="1" dirty="0">
                <a:solidFill>
                  <a:srgbClr val="FFFFFF"/>
                </a:solidFill>
                <a:latin typeface="微软雅黑" panose="020B0503020204020204" pitchFamily="34" charset="-122"/>
                <a:ea typeface="微软雅黑" panose="020B0503020204020204" pitchFamily="34" charset="-122"/>
              </a:rPr>
              <a:t>在此录入标题内容</a:t>
            </a:r>
          </a:p>
        </p:txBody>
      </p:sp>
      <p:sp>
        <p:nvSpPr>
          <p:cNvPr id="48" name="TextBox 4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Tree>
  </p:cSld>
  <p:clrMapOvr>
    <a:masterClrMapping/>
  </p:clrMapOvr>
  <mc:AlternateContent xmlns:mc="http://schemas.openxmlformats.org/markup-compatibility/2006" xmlns:p14="http://schemas.microsoft.com/office/powerpoint/2010/main">
    <mc:Choice Requires="p14">
      <p:transition spd="slow" p14:dur="1600" advClick="0" advTm="6000">
        <p14:gallery dir="r"/>
      </p:transition>
    </mc:Choice>
    <mc:Fallback xmlns="">
      <p:transition spd="slow" advClick="0" advTm="600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 presetClass="entr" presetSubtype="8" fill="hold" nodeType="afterEffect" p14:presetBounceEnd="22000">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14:bounceEnd="22000">
                                          <p:cBhvr additive="base">
                                            <p:cTn id="15" dur="500" fill="hold"/>
                                            <p:tgtEl>
                                              <p:spTgt spid="45"/>
                                            </p:tgtEl>
                                            <p:attrNameLst>
                                              <p:attrName>ppt_x</p:attrName>
                                            </p:attrNameLst>
                                          </p:cBhvr>
                                          <p:tavLst>
                                            <p:tav tm="0">
                                              <p:val>
                                                <p:strVal val="0-#ppt_w/2"/>
                                              </p:val>
                                            </p:tav>
                                            <p:tav tm="100000">
                                              <p:val>
                                                <p:strVal val="#ppt_x"/>
                                              </p:val>
                                            </p:tav>
                                          </p:tavLst>
                                        </p:anim>
                                        <p:anim calcmode="lin" valueType="num" p14:bounceEnd="22000">
                                          <p:cBhvr additive="base">
                                            <p:cTn id="16" dur="500" fill="hold"/>
                                            <p:tgtEl>
                                              <p:spTgt spid="45"/>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p:cTn id="20" dur="250" fill="hold"/>
                                            <p:tgtEl>
                                              <p:spTgt spid="26"/>
                                            </p:tgtEl>
                                            <p:attrNameLst>
                                              <p:attrName>ppt_w</p:attrName>
                                            </p:attrNameLst>
                                          </p:cBhvr>
                                          <p:tavLst>
                                            <p:tav tm="0">
                                              <p:val>
                                                <p:fltVal val="0"/>
                                              </p:val>
                                            </p:tav>
                                            <p:tav tm="100000">
                                              <p:val>
                                                <p:strVal val="#ppt_w"/>
                                              </p:val>
                                            </p:tav>
                                          </p:tavLst>
                                        </p:anim>
                                        <p:anim calcmode="lin" valueType="num">
                                          <p:cBhvr>
                                            <p:cTn id="21" dur="250" fill="hold"/>
                                            <p:tgtEl>
                                              <p:spTgt spid="2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200"/>
                                      </p:stCondLst>
                                      <p:childTnLst>
                                        <p:set>
                                          <p:cBhvr>
                                            <p:cTn id="23" dur="1" fill="hold">
                                              <p:stCondLst>
                                                <p:cond delay="0"/>
                                              </p:stCondLst>
                                            </p:cTn>
                                            <p:tgtEl>
                                              <p:spTgt spid="27"/>
                                            </p:tgtEl>
                                            <p:attrNameLst>
                                              <p:attrName>style.visibility</p:attrName>
                                            </p:attrNameLst>
                                          </p:cBhvr>
                                          <p:to>
                                            <p:strVal val="visible"/>
                                          </p:to>
                                        </p:set>
                                        <p:anim calcmode="lin" valueType="num">
                                          <p:cBhvr>
                                            <p:cTn id="24" dur="250" fill="hold"/>
                                            <p:tgtEl>
                                              <p:spTgt spid="27"/>
                                            </p:tgtEl>
                                            <p:attrNameLst>
                                              <p:attrName>ppt_w</p:attrName>
                                            </p:attrNameLst>
                                          </p:cBhvr>
                                          <p:tavLst>
                                            <p:tav tm="0">
                                              <p:val>
                                                <p:fltVal val="0"/>
                                              </p:val>
                                            </p:tav>
                                            <p:tav tm="100000">
                                              <p:val>
                                                <p:strVal val="#ppt_w"/>
                                              </p:val>
                                            </p:tav>
                                          </p:tavLst>
                                        </p:anim>
                                        <p:anim calcmode="lin" valueType="num">
                                          <p:cBhvr>
                                            <p:cTn id="25" dur="250" fill="hold"/>
                                            <p:tgtEl>
                                              <p:spTgt spid="27"/>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28"/>
                                            </p:tgtEl>
                                            <p:attrNameLst>
                                              <p:attrName>style.visibility</p:attrName>
                                            </p:attrNameLst>
                                          </p:cBhvr>
                                          <p:to>
                                            <p:strVal val="visible"/>
                                          </p:to>
                                        </p:set>
                                        <p:anim calcmode="lin" valueType="num">
                                          <p:cBhvr>
                                            <p:cTn id="28" dur="250" fill="hold"/>
                                            <p:tgtEl>
                                              <p:spTgt spid="28"/>
                                            </p:tgtEl>
                                            <p:attrNameLst>
                                              <p:attrName>ppt_w</p:attrName>
                                            </p:attrNameLst>
                                          </p:cBhvr>
                                          <p:tavLst>
                                            <p:tav tm="0">
                                              <p:val>
                                                <p:fltVal val="0"/>
                                              </p:val>
                                            </p:tav>
                                            <p:tav tm="100000">
                                              <p:val>
                                                <p:strVal val="#ppt_w"/>
                                              </p:val>
                                            </p:tav>
                                          </p:tavLst>
                                        </p:anim>
                                        <p:anim calcmode="lin" valueType="num">
                                          <p:cBhvr>
                                            <p:cTn id="29" dur="250" fill="hold"/>
                                            <p:tgtEl>
                                              <p:spTgt spid="28"/>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600"/>
                                      </p:stCondLst>
                                      <p:childTnLst>
                                        <p:set>
                                          <p:cBhvr>
                                            <p:cTn id="31" dur="1" fill="hold">
                                              <p:stCondLst>
                                                <p:cond delay="0"/>
                                              </p:stCondLst>
                                            </p:cTn>
                                            <p:tgtEl>
                                              <p:spTgt spid="29"/>
                                            </p:tgtEl>
                                            <p:attrNameLst>
                                              <p:attrName>style.visibility</p:attrName>
                                            </p:attrNameLst>
                                          </p:cBhvr>
                                          <p:to>
                                            <p:strVal val="visible"/>
                                          </p:to>
                                        </p:set>
                                        <p:anim calcmode="lin" valueType="num">
                                          <p:cBhvr>
                                            <p:cTn id="32" dur="250" fill="hold"/>
                                            <p:tgtEl>
                                              <p:spTgt spid="29"/>
                                            </p:tgtEl>
                                            <p:attrNameLst>
                                              <p:attrName>ppt_w</p:attrName>
                                            </p:attrNameLst>
                                          </p:cBhvr>
                                          <p:tavLst>
                                            <p:tav tm="0">
                                              <p:val>
                                                <p:fltVal val="0"/>
                                              </p:val>
                                            </p:tav>
                                            <p:tav tm="100000">
                                              <p:val>
                                                <p:strVal val="#ppt_w"/>
                                              </p:val>
                                            </p:tav>
                                          </p:tavLst>
                                        </p:anim>
                                        <p:anim calcmode="lin" valueType="num">
                                          <p:cBhvr>
                                            <p:cTn id="33" dur="250" fill="hold"/>
                                            <p:tgtEl>
                                              <p:spTgt spid="29"/>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800"/>
                                      </p:stCondLst>
                                      <p:childTnLst>
                                        <p:set>
                                          <p:cBhvr>
                                            <p:cTn id="35" dur="1" fill="hold">
                                              <p:stCondLst>
                                                <p:cond delay="0"/>
                                              </p:stCondLst>
                                            </p:cTn>
                                            <p:tgtEl>
                                              <p:spTgt spid="30"/>
                                            </p:tgtEl>
                                            <p:attrNameLst>
                                              <p:attrName>style.visibility</p:attrName>
                                            </p:attrNameLst>
                                          </p:cBhvr>
                                          <p:to>
                                            <p:strVal val="visible"/>
                                          </p:to>
                                        </p:set>
                                        <p:anim calcmode="lin" valueType="num">
                                          <p:cBhvr>
                                            <p:cTn id="36" dur="250" fill="hold"/>
                                            <p:tgtEl>
                                              <p:spTgt spid="30"/>
                                            </p:tgtEl>
                                            <p:attrNameLst>
                                              <p:attrName>ppt_w</p:attrName>
                                            </p:attrNameLst>
                                          </p:cBhvr>
                                          <p:tavLst>
                                            <p:tav tm="0">
                                              <p:val>
                                                <p:fltVal val="0"/>
                                              </p:val>
                                            </p:tav>
                                            <p:tav tm="100000">
                                              <p:val>
                                                <p:strVal val="#ppt_w"/>
                                              </p:val>
                                            </p:tav>
                                          </p:tavLst>
                                        </p:anim>
                                        <p:anim calcmode="lin" valueType="num">
                                          <p:cBhvr>
                                            <p:cTn id="37" dur="250" fill="hold"/>
                                            <p:tgtEl>
                                              <p:spTgt spid="3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1+#ppt_w/2"/>
                                              </p:val>
                                            </p:tav>
                                            <p:tav tm="100000">
                                              <p:val>
                                                <p:strVal val="#ppt_x"/>
                                              </p:val>
                                            </p:tav>
                                          </p:tavLst>
                                        </p:anim>
                                        <p:anim calcmode="lin" valueType="num">
                                          <p:cBhvr additive="base">
                                            <p:cTn id="42" dur="500" fill="hold"/>
                                            <p:tgtEl>
                                              <p:spTgt spid="3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1+#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1+#ppt_w/2"/>
                                              </p:val>
                                            </p:tav>
                                            <p:tav tm="100000">
                                              <p:val>
                                                <p:strVal val="#ppt_x"/>
                                              </p:val>
                                            </p:tav>
                                          </p:tavLst>
                                        </p:anim>
                                        <p:anim calcmode="lin" valueType="num">
                                          <p:cBhvr additive="base">
                                            <p:cTn id="54" dur="500" fill="hold"/>
                                            <p:tgtEl>
                                              <p:spTgt spid="3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anim calcmode="lin" valueType="num">
                                          <p:cBhvr>
                                            <p:cTn id="63" dur="250" fill="hold"/>
                                            <p:tgtEl>
                                              <p:spTgt spid="31"/>
                                            </p:tgtEl>
                                            <p:attrNameLst>
                                              <p:attrName>ppt_x</p:attrName>
                                            </p:attrNameLst>
                                          </p:cBhvr>
                                          <p:tavLst>
                                            <p:tav tm="0">
                                              <p:val>
                                                <p:strVal val="#ppt_x"/>
                                              </p:val>
                                            </p:tav>
                                            <p:tav tm="100000">
                                              <p:val>
                                                <p:strVal val="#ppt_x"/>
                                              </p:val>
                                            </p:tav>
                                          </p:tavLst>
                                        </p:anim>
                                        <p:anim calcmode="lin" valueType="num">
                                          <p:cBhvr>
                                            <p:cTn id="64" dur="25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anim calcmode="lin" valueType="num">
                                          <p:cBhvr>
                                            <p:cTn id="68" dur="250" fill="hold"/>
                                            <p:tgtEl>
                                              <p:spTgt spid="40"/>
                                            </p:tgtEl>
                                            <p:attrNameLst>
                                              <p:attrName>ppt_x</p:attrName>
                                            </p:attrNameLst>
                                          </p:cBhvr>
                                          <p:tavLst>
                                            <p:tav tm="0">
                                              <p:val>
                                                <p:strVal val="#ppt_x"/>
                                              </p:val>
                                            </p:tav>
                                            <p:tav tm="100000">
                                              <p:val>
                                                <p:strVal val="#ppt_x"/>
                                              </p:val>
                                            </p:tav>
                                          </p:tavLst>
                                        </p:anim>
                                        <p:anim calcmode="lin" valueType="num">
                                          <p:cBhvr>
                                            <p:cTn id="69" dur="25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250"/>
                                            <p:tgtEl>
                                              <p:spTgt spid="41"/>
                                            </p:tgtEl>
                                          </p:cBhvr>
                                        </p:animEffect>
                                        <p:anim calcmode="lin" valueType="num">
                                          <p:cBhvr>
                                            <p:cTn id="73" dur="250" fill="hold"/>
                                            <p:tgtEl>
                                              <p:spTgt spid="41"/>
                                            </p:tgtEl>
                                            <p:attrNameLst>
                                              <p:attrName>ppt_x</p:attrName>
                                            </p:attrNameLst>
                                          </p:cBhvr>
                                          <p:tavLst>
                                            <p:tav tm="0">
                                              <p:val>
                                                <p:strVal val="#ppt_x"/>
                                              </p:val>
                                            </p:tav>
                                            <p:tav tm="100000">
                                              <p:val>
                                                <p:strVal val="#ppt_x"/>
                                              </p:val>
                                            </p:tav>
                                          </p:tavLst>
                                        </p:anim>
                                        <p:anim calcmode="lin" valueType="num">
                                          <p:cBhvr>
                                            <p:cTn id="74" dur="25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anim calcmode="lin" valueType="num">
                                          <p:cBhvr>
                                            <p:cTn id="78" dur="250" fill="hold"/>
                                            <p:tgtEl>
                                              <p:spTgt spid="42"/>
                                            </p:tgtEl>
                                            <p:attrNameLst>
                                              <p:attrName>ppt_x</p:attrName>
                                            </p:attrNameLst>
                                          </p:cBhvr>
                                          <p:tavLst>
                                            <p:tav tm="0">
                                              <p:val>
                                                <p:strVal val="#ppt_x"/>
                                              </p:val>
                                            </p:tav>
                                            <p:tav tm="100000">
                                              <p:val>
                                                <p:strVal val="#ppt_x"/>
                                              </p:val>
                                            </p:tav>
                                          </p:tavLst>
                                        </p:anim>
                                        <p:anim calcmode="lin" valueType="num">
                                          <p:cBhvr>
                                            <p:cTn id="79" dur="250" fill="hold"/>
                                            <p:tgtEl>
                                              <p:spTgt spid="42"/>
                                            </p:tgtEl>
                                            <p:attrNameLst>
                                              <p:attrName>ppt_y</p:attrName>
                                            </p:attrNameLst>
                                          </p:cBhvr>
                                          <p:tavLst>
                                            <p:tav tm="0">
                                              <p:val>
                                                <p:strVal val="#ppt_y+.1"/>
                                              </p:val>
                                            </p:tav>
                                            <p:tav tm="100000">
                                              <p:val>
                                                <p:strVal val="#ppt_y"/>
                                              </p:val>
                                            </p:tav>
                                          </p:tavLst>
                                        </p:anim>
                                      </p:childTnLst>
                                    </p:cTn>
                                  </p:par>
                                </p:childTnLst>
                              </p:cTn>
                            </p:par>
                            <p:par>
                              <p:cTn id="80" fill="hold">
                                <p:stCondLst>
                                  <p:cond delay="3000"/>
                                </p:stCondLst>
                                <p:childTnLst>
                                  <p:par>
                                    <p:cTn id="81" presetID="22" presetClass="entr" presetSubtype="4"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down)">
                                          <p:cBhvr>
                                            <p:cTn id="86" dur="500"/>
                                            <p:tgtEl>
                                              <p:spTgt spid="38"/>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par>
                              <p:cTn id="90" fill="hold">
                                <p:stCondLst>
                                  <p:cond delay="3500"/>
                                </p:stCondLst>
                                <p:childTnLst>
                                  <p:par>
                                    <p:cTn id="91" presetID="2" presetClass="entr" presetSubtype="8" fill="hold" grpId="0" nodeType="afterEffect">
                                      <p:stCondLst>
                                        <p:cond delay="0"/>
                                      </p:stCondLst>
                                      <p:childTnLst>
                                        <p:set>
                                          <p:cBhvr>
                                            <p:cTn id="92" dur="1" fill="hold">
                                              <p:stCondLst>
                                                <p:cond delay="0"/>
                                              </p:stCondLst>
                                            </p:cTn>
                                            <p:tgtEl>
                                              <p:spTgt spid="44"/>
                                            </p:tgtEl>
                                            <p:attrNameLst>
                                              <p:attrName>style.visibility</p:attrName>
                                            </p:attrNameLst>
                                          </p:cBhvr>
                                          <p:to>
                                            <p:strVal val="visible"/>
                                          </p:to>
                                        </p:set>
                                        <p:anim calcmode="lin" valueType="num">
                                          <p:cBhvr additive="base">
                                            <p:cTn id="93" dur="500" fill="hold"/>
                                            <p:tgtEl>
                                              <p:spTgt spid="44"/>
                                            </p:tgtEl>
                                            <p:attrNameLst>
                                              <p:attrName>ppt_x</p:attrName>
                                            </p:attrNameLst>
                                          </p:cBhvr>
                                          <p:tavLst>
                                            <p:tav tm="0">
                                              <p:val>
                                                <p:strVal val="0-#ppt_w/2"/>
                                              </p:val>
                                            </p:tav>
                                            <p:tav tm="100000">
                                              <p:val>
                                                <p:strVal val="#ppt_x"/>
                                              </p:val>
                                            </p:tav>
                                          </p:tavLst>
                                        </p:anim>
                                        <p:anim calcmode="lin" valueType="num">
                                          <p:cBhvr additive="base">
                                            <p:cTn id="94" dur="500" fill="hold"/>
                                            <p:tgtEl>
                                              <p:spTgt spid="44"/>
                                            </p:tgtEl>
                                            <p:attrNameLst>
                                              <p:attrName>ppt_y</p:attrName>
                                            </p:attrNameLst>
                                          </p:cBhvr>
                                          <p:tavLst>
                                            <p:tav tm="0">
                                              <p:val>
                                                <p:strVal val="#ppt_y"/>
                                              </p:val>
                                            </p:tav>
                                            <p:tav tm="100000">
                                              <p:val>
                                                <p:strVal val="#ppt_y"/>
                                              </p:val>
                                            </p:tav>
                                          </p:tavLst>
                                        </p:anim>
                                      </p:childTnLst>
                                    </p:cTn>
                                  </p:par>
                                </p:childTnLst>
                              </p:cTn>
                            </p:par>
                            <p:par>
                              <p:cTn id="95" fill="hold">
                                <p:stCondLst>
                                  <p:cond delay="4000"/>
                                </p:stCondLst>
                                <p:childTnLst>
                                  <p:par>
                                    <p:cTn id="96" presetID="2" presetClass="entr" presetSubtype="1"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additive="base">
                                            <p:cTn id="98" dur="500" fill="hold"/>
                                            <p:tgtEl>
                                              <p:spTgt spid="43"/>
                                            </p:tgtEl>
                                            <p:attrNameLst>
                                              <p:attrName>ppt_x</p:attrName>
                                            </p:attrNameLst>
                                          </p:cBhvr>
                                          <p:tavLst>
                                            <p:tav tm="0">
                                              <p:val>
                                                <p:strVal val="#ppt_x"/>
                                              </p:val>
                                            </p:tav>
                                            <p:tav tm="100000">
                                              <p:val>
                                                <p:strVal val="#ppt_x"/>
                                              </p:val>
                                            </p:tav>
                                          </p:tavLst>
                                        </p:anim>
                                        <p:anim calcmode="lin" valueType="num">
                                          <p:cBhvr additive="base">
                                            <p:cTn id="99"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animBg="1"/>
          <p:bldP spid="38" grpId="0" animBg="1"/>
          <p:bldP spid="39" grpId="0" animBg="1"/>
          <p:bldP spid="40" grpId="0"/>
          <p:bldP spid="41" grpId="0"/>
          <p:bldP spid="42" grpId="0"/>
          <p:bldP spid="43" grpId="0"/>
          <p:bldP spid="44" grpId="0"/>
          <p:bldP spid="46" grpId="0" animBg="1"/>
          <p:bldP spid="4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0-#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p:cTn id="20" dur="250" fill="hold"/>
                                            <p:tgtEl>
                                              <p:spTgt spid="26"/>
                                            </p:tgtEl>
                                            <p:attrNameLst>
                                              <p:attrName>ppt_w</p:attrName>
                                            </p:attrNameLst>
                                          </p:cBhvr>
                                          <p:tavLst>
                                            <p:tav tm="0">
                                              <p:val>
                                                <p:fltVal val="0"/>
                                              </p:val>
                                            </p:tav>
                                            <p:tav tm="100000">
                                              <p:val>
                                                <p:strVal val="#ppt_w"/>
                                              </p:val>
                                            </p:tav>
                                          </p:tavLst>
                                        </p:anim>
                                        <p:anim calcmode="lin" valueType="num">
                                          <p:cBhvr>
                                            <p:cTn id="21" dur="250" fill="hold"/>
                                            <p:tgtEl>
                                              <p:spTgt spid="2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200"/>
                                      </p:stCondLst>
                                      <p:childTnLst>
                                        <p:set>
                                          <p:cBhvr>
                                            <p:cTn id="23" dur="1" fill="hold">
                                              <p:stCondLst>
                                                <p:cond delay="0"/>
                                              </p:stCondLst>
                                            </p:cTn>
                                            <p:tgtEl>
                                              <p:spTgt spid="27"/>
                                            </p:tgtEl>
                                            <p:attrNameLst>
                                              <p:attrName>style.visibility</p:attrName>
                                            </p:attrNameLst>
                                          </p:cBhvr>
                                          <p:to>
                                            <p:strVal val="visible"/>
                                          </p:to>
                                        </p:set>
                                        <p:anim calcmode="lin" valueType="num">
                                          <p:cBhvr>
                                            <p:cTn id="24" dur="250" fill="hold"/>
                                            <p:tgtEl>
                                              <p:spTgt spid="27"/>
                                            </p:tgtEl>
                                            <p:attrNameLst>
                                              <p:attrName>ppt_w</p:attrName>
                                            </p:attrNameLst>
                                          </p:cBhvr>
                                          <p:tavLst>
                                            <p:tav tm="0">
                                              <p:val>
                                                <p:fltVal val="0"/>
                                              </p:val>
                                            </p:tav>
                                            <p:tav tm="100000">
                                              <p:val>
                                                <p:strVal val="#ppt_w"/>
                                              </p:val>
                                            </p:tav>
                                          </p:tavLst>
                                        </p:anim>
                                        <p:anim calcmode="lin" valueType="num">
                                          <p:cBhvr>
                                            <p:cTn id="25" dur="250" fill="hold"/>
                                            <p:tgtEl>
                                              <p:spTgt spid="27"/>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28"/>
                                            </p:tgtEl>
                                            <p:attrNameLst>
                                              <p:attrName>style.visibility</p:attrName>
                                            </p:attrNameLst>
                                          </p:cBhvr>
                                          <p:to>
                                            <p:strVal val="visible"/>
                                          </p:to>
                                        </p:set>
                                        <p:anim calcmode="lin" valueType="num">
                                          <p:cBhvr>
                                            <p:cTn id="28" dur="250" fill="hold"/>
                                            <p:tgtEl>
                                              <p:spTgt spid="28"/>
                                            </p:tgtEl>
                                            <p:attrNameLst>
                                              <p:attrName>ppt_w</p:attrName>
                                            </p:attrNameLst>
                                          </p:cBhvr>
                                          <p:tavLst>
                                            <p:tav tm="0">
                                              <p:val>
                                                <p:fltVal val="0"/>
                                              </p:val>
                                            </p:tav>
                                            <p:tav tm="100000">
                                              <p:val>
                                                <p:strVal val="#ppt_w"/>
                                              </p:val>
                                            </p:tav>
                                          </p:tavLst>
                                        </p:anim>
                                        <p:anim calcmode="lin" valueType="num">
                                          <p:cBhvr>
                                            <p:cTn id="29" dur="250" fill="hold"/>
                                            <p:tgtEl>
                                              <p:spTgt spid="28"/>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600"/>
                                      </p:stCondLst>
                                      <p:childTnLst>
                                        <p:set>
                                          <p:cBhvr>
                                            <p:cTn id="31" dur="1" fill="hold">
                                              <p:stCondLst>
                                                <p:cond delay="0"/>
                                              </p:stCondLst>
                                            </p:cTn>
                                            <p:tgtEl>
                                              <p:spTgt spid="29"/>
                                            </p:tgtEl>
                                            <p:attrNameLst>
                                              <p:attrName>style.visibility</p:attrName>
                                            </p:attrNameLst>
                                          </p:cBhvr>
                                          <p:to>
                                            <p:strVal val="visible"/>
                                          </p:to>
                                        </p:set>
                                        <p:anim calcmode="lin" valueType="num">
                                          <p:cBhvr>
                                            <p:cTn id="32" dur="250" fill="hold"/>
                                            <p:tgtEl>
                                              <p:spTgt spid="29"/>
                                            </p:tgtEl>
                                            <p:attrNameLst>
                                              <p:attrName>ppt_w</p:attrName>
                                            </p:attrNameLst>
                                          </p:cBhvr>
                                          <p:tavLst>
                                            <p:tav tm="0">
                                              <p:val>
                                                <p:fltVal val="0"/>
                                              </p:val>
                                            </p:tav>
                                            <p:tav tm="100000">
                                              <p:val>
                                                <p:strVal val="#ppt_w"/>
                                              </p:val>
                                            </p:tav>
                                          </p:tavLst>
                                        </p:anim>
                                        <p:anim calcmode="lin" valueType="num">
                                          <p:cBhvr>
                                            <p:cTn id="33" dur="250" fill="hold"/>
                                            <p:tgtEl>
                                              <p:spTgt spid="29"/>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800"/>
                                      </p:stCondLst>
                                      <p:childTnLst>
                                        <p:set>
                                          <p:cBhvr>
                                            <p:cTn id="35" dur="1" fill="hold">
                                              <p:stCondLst>
                                                <p:cond delay="0"/>
                                              </p:stCondLst>
                                            </p:cTn>
                                            <p:tgtEl>
                                              <p:spTgt spid="30"/>
                                            </p:tgtEl>
                                            <p:attrNameLst>
                                              <p:attrName>style.visibility</p:attrName>
                                            </p:attrNameLst>
                                          </p:cBhvr>
                                          <p:to>
                                            <p:strVal val="visible"/>
                                          </p:to>
                                        </p:set>
                                        <p:anim calcmode="lin" valueType="num">
                                          <p:cBhvr>
                                            <p:cTn id="36" dur="250" fill="hold"/>
                                            <p:tgtEl>
                                              <p:spTgt spid="30"/>
                                            </p:tgtEl>
                                            <p:attrNameLst>
                                              <p:attrName>ppt_w</p:attrName>
                                            </p:attrNameLst>
                                          </p:cBhvr>
                                          <p:tavLst>
                                            <p:tav tm="0">
                                              <p:val>
                                                <p:fltVal val="0"/>
                                              </p:val>
                                            </p:tav>
                                            <p:tav tm="100000">
                                              <p:val>
                                                <p:strVal val="#ppt_w"/>
                                              </p:val>
                                            </p:tav>
                                          </p:tavLst>
                                        </p:anim>
                                        <p:anim calcmode="lin" valueType="num">
                                          <p:cBhvr>
                                            <p:cTn id="37" dur="250" fill="hold"/>
                                            <p:tgtEl>
                                              <p:spTgt spid="3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1+#ppt_w/2"/>
                                              </p:val>
                                            </p:tav>
                                            <p:tav tm="100000">
                                              <p:val>
                                                <p:strVal val="#ppt_x"/>
                                              </p:val>
                                            </p:tav>
                                          </p:tavLst>
                                        </p:anim>
                                        <p:anim calcmode="lin" valueType="num">
                                          <p:cBhvr additive="base">
                                            <p:cTn id="42" dur="500" fill="hold"/>
                                            <p:tgtEl>
                                              <p:spTgt spid="3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1+#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1+#ppt_w/2"/>
                                              </p:val>
                                            </p:tav>
                                            <p:tav tm="100000">
                                              <p:val>
                                                <p:strVal val="#ppt_x"/>
                                              </p:val>
                                            </p:tav>
                                          </p:tavLst>
                                        </p:anim>
                                        <p:anim calcmode="lin" valueType="num">
                                          <p:cBhvr additive="base">
                                            <p:cTn id="54" dur="500" fill="hold"/>
                                            <p:tgtEl>
                                              <p:spTgt spid="3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anim calcmode="lin" valueType="num">
                                          <p:cBhvr>
                                            <p:cTn id="63" dur="250" fill="hold"/>
                                            <p:tgtEl>
                                              <p:spTgt spid="31"/>
                                            </p:tgtEl>
                                            <p:attrNameLst>
                                              <p:attrName>ppt_x</p:attrName>
                                            </p:attrNameLst>
                                          </p:cBhvr>
                                          <p:tavLst>
                                            <p:tav tm="0">
                                              <p:val>
                                                <p:strVal val="#ppt_x"/>
                                              </p:val>
                                            </p:tav>
                                            <p:tav tm="100000">
                                              <p:val>
                                                <p:strVal val="#ppt_x"/>
                                              </p:val>
                                            </p:tav>
                                          </p:tavLst>
                                        </p:anim>
                                        <p:anim calcmode="lin" valueType="num">
                                          <p:cBhvr>
                                            <p:cTn id="64" dur="25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anim calcmode="lin" valueType="num">
                                          <p:cBhvr>
                                            <p:cTn id="68" dur="250" fill="hold"/>
                                            <p:tgtEl>
                                              <p:spTgt spid="40"/>
                                            </p:tgtEl>
                                            <p:attrNameLst>
                                              <p:attrName>ppt_x</p:attrName>
                                            </p:attrNameLst>
                                          </p:cBhvr>
                                          <p:tavLst>
                                            <p:tav tm="0">
                                              <p:val>
                                                <p:strVal val="#ppt_x"/>
                                              </p:val>
                                            </p:tav>
                                            <p:tav tm="100000">
                                              <p:val>
                                                <p:strVal val="#ppt_x"/>
                                              </p:val>
                                            </p:tav>
                                          </p:tavLst>
                                        </p:anim>
                                        <p:anim calcmode="lin" valueType="num">
                                          <p:cBhvr>
                                            <p:cTn id="69" dur="25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250"/>
                                            <p:tgtEl>
                                              <p:spTgt spid="41"/>
                                            </p:tgtEl>
                                          </p:cBhvr>
                                        </p:animEffect>
                                        <p:anim calcmode="lin" valueType="num">
                                          <p:cBhvr>
                                            <p:cTn id="73" dur="250" fill="hold"/>
                                            <p:tgtEl>
                                              <p:spTgt spid="41"/>
                                            </p:tgtEl>
                                            <p:attrNameLst>
                                              <p:attrName>ppt_x</p:attrName>
                                            </p:attrNameLst>
                                          </p:cBhvr>
                                          <p:tavLst>
                                            <p:tav tm="0">
                                              <p:val>
                                                <p:strVal val="#ppt_x"/>
                                              </p:val>
                                            </p:tav>
                                            <p:tav tm="100000">
                                              <p:val>
                                                <p:strVal val="#ppt_x"/>
                                              </p:val>
                                            </p:tav>
                                          </p:tavLst>
                                        </p:anim>
                                        <p:anim calcmode="lin" valueType="num">
                                          <p:cBhvr>
                                            <p:cTn id="74" dur="25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anim calcmode="lin" valueType="num">
                                          <p:cBhvr>
                                            <p:cTn id="78" dur="250" fill="hold"/>
                                            <p:tgtEl>
                                              <p:spTgt spid="42"/>
                                            </p:tgtEl>
                                            <p:attrNameLst>
                                              <p:attrName>ppt_x</p:attrName>
                                            </p:attrNameLst>
                                          </p:cBhvr>
                                          <p:tavLst>
                                            <p:tav tm="0">
                                              <p:val>
                                                <p:strVal val="#ppt_x"/>
                                              </p:val>
                                            </p:tav>
                                            <p:tav tm="100000">
                                              <p:val>
                                                <p:strVal val="#ppt_x"/>
                                              </p:val>
                                            </p:tav>
                                          </p:tavLst>
                                        </p:anim>
                                        <p:anim calcmode="lin" valueType="num">
                                          <p:cBhvr>
                                            <p:cTn id="79" dur="250" fill="hold"/>
                                            <p:tgtEl>
                                              <p:spTgt spid="42"/>
                                            </p:tgtEl>
                                            <p:attrNameLst>
                                              <p:attrName>ppt_y</p:attrName>
                                            </p:attrNameLst>
                                          </p:cBhvr>
                                          <p:tavLst>
                                            <p:tav tm="0">
                                              <p:val>
                                                <p:strVal val="#ppt_y+.1"/>
                                              </p:val>
                                            </p:tav>
                                            <p:tav tm="100000">
                                              <p:val>
                                                <p:strVal val="#ppt_y"/>
                                              </p:val>
                                            </p:tav>
                                          </p:tavLst>
                                        </p:anim>
                                      </p:childTnLst>
                                    </p:cTn>
                                  </p:par>
                                </p:childTnLst>
                              </p:cTn>
                            </p:par>
                            <p:par>
                              <p:cTn id="80" fill="hold">
                                <p:stCondLst>
                                  <p:cond delay="3000"/>
                                </p:stCondLst>
                                <p:childTnLst>
                                  <p:par>
                                    <p:cTn id="81" presetID="22" presetClass="entr" presetSubtype="4"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down)">
                                          <p:cBhvr>
                                            <p:cTn id="86" dur="500"/>
                                            <p:tgtEl>
                                              <p:spTgt spid="38"/>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par>
                              <p:cTn id="90" fill="hold">
                                <p:stCondLst>
                                  <p:cond delay="3500"/>
                                </p:stCondLst>
                                <p:childTnLst>
                                  <p:par>
                                    <p:cTn id="91" presetID="2" presetClass="entr" presetSubtype="8" fill="hold" grpId="0" nodeType="afterEffect">
                                      <p:stCondLst>
                                        <p:cond delay="0"/>
                                      </p:stCondLst>
                                      <p:childTnLst>
                                        <p:set>
                                          <p:cBhvr>
                                            <p:cTn id="92" dur="1" fill="hold">
                                              <p:stCondLst>
                                                <p:cond delay="0"/>
                                              </p:stCondLst>
                                            </p:cTn>
                                            <p:tgtEl>
                                              <p:spTgt spid="44"/>
                                            </p:tgtEl>
                                            <p:attrNameLst>
                                              <p:attrName>style.visibility</p:attrName>
                                            </p:attrNameLst>
                                          </p:cBhvr>
                                          <p:to>
                                            <p:strVal val="visible"/>
                                          </p:to>
                                        </p:set>
                                        <p:anim calcmode="lin" valueType="num">
                                          <p:cBhvr additive="base">
                                            <p:cTn id="93" dur="500" fill="hold"/>
                                            <p:tgtEl>
                                              <p:spTgt spid="44"/>
                                            </p:tgtEl>
                                            <p:attrNameLst>
                                              <p:attrName>ppt_x</p:attrName>
                                            </p:attrNameLst>
                                          </p:cBhvr>
                                          <p:tavLst>
                                            <p:tav tm="0">
                                              <p:val>
                                                <p:strVal val="0-#ppt_w/2"/>
                                              </p:val>
                                            </p:tav>
                                            <p:tav tm="100000">
                                              <p:val>
                                                <p:strVal val="#ppt_x"/>
                                              </p:val>
                                            </p:tav>
                                          </p:tavLst>
                                        </p:anim>
                                        <p:anim calcmode="lin" valueType="num">
                                          <p:cBhvr additive="base">
                                            <p:cTn id="94" dur="500" fill="hold"/>
                                            <p:tgtEl>
                                              <p:spTgt spid="44"/>
                                            </p:tgtEl>
                                            <p:attrNameLst>
                                              <p:attrName>ppt_y</p:attrName>
                                            </p:attrNameLst>
                                          </p:cBhvr>
                                          <p:tavLst>
                                            <p:tav tm="0">
                                              <p:val>
                                                <p:strVal val="#ppt_y"/>
                                              </p:val>
                                            </p:tav>
                                            <p:tav tm="100000">
                                              <p:val>
                                                <p:strVal val="#ppt_y"/>
                                              </p:val>
                                            </p:tav>
                                          </p:tavLst>
                                        </p:anim>
                                      </p:childTnLst>
                                    </p:cTn>
                                  </p:par>
                                </p:childTnLst>
                              </p:cTn>
                            </p:par>
                            <p:par>
                              <p:cTn id="95" fill="hold">
                                <p:stCondLst>
                                  <p:cond delay="4000"/>
                                </p:stCondLst>
                                <p:childTnLst>
                                  <p:par>
                                    <p:cTn id="96" presetID="2" presetClass="entr" presetSubtype="1"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additive="base">
                                            <p:cTn id="98" dur="500" fill="hold"/>
                                            <p:tgtEl>
                                              <p:spTgt spid="43"/>
                                            </p:tgtEl>
                                            <p:attrNameLst>
                                              <p:attrName>ppt_x</p:attrName>
                                            </p:attrNameLst>
                                          </p:cBhvr>
                                          <p:tavLst>
                                            <p:tav tm="0">
                                              <p:val>
                                                <p:strVal val="#ppt_x"/>
                                              </p:val>
                                            </p:tav>
                                            <p:tav tm="100000">
                                              <p:val>
                                                <p:strVal val="#ppt_x"/>
                                              </p:val>
                                            </p:tav>
                                          </p:tavLst>
                                        </p:anim>
                                        <p:anim calcmode="lin" valueType="num">
                                          <p:cBhvr additive="base">
                                            <p:cTn id="99"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animBg="1"/>
          <p:bldP spid="38" grpId="0" animBg="1"/>
          <p:bldP spid="39" grpId="0" animBg="1"/>
          <p:bldP spid="40" grpId="0"/>
          <p:bldP spid="41" grpId="0"/>
          <p:bldP spid="42" grpId="0"/>
          <p:bldP spid="43" grpId="0"/>
          <p:bldP spid="44" grpId="0"/>
          <p:bldP spid="46" grpId="0" animBg="1"/>
          <p:bldP spid="47"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设计理论</a:t>
            </a:r>
          </a:p>
        </p:txBody>
      </p:sp>
      <p:sp>
        <p:nvSpPr>
          <p:cNvPr id="34" name="右箭头 33"/>
          <p:cNvSpPr/>
          <p:nvPr/>
        </p:nvSpPr>
        <p:spPr>
          <a:xfrm>
            <a:off x="50800" y="2297924"/>
            <a:ext cx="9055100" cy="1781226"/>
          </a:xfrm>
          <a:prstGeom prst="rightArrow">
            <a:avLst>
              <a:gd name="adj1" fmla="val 50000"/>
              <a:gd name="adj2" fmla="val 49287"/>
            </a:avLst>
          </a:prstGeom>
          <a:solidFill>
            <a:srgbClr val="000000">
              <a:lumMod val="65000"/>
              <a:lumOff val="35000"/>
              <a:alpha val="43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lumMod val="95000"/>
                  <a:lumOff val="5000"/>
                </a:srgbClr>
              </a:solidFill>
              <a:effectLst/>
              <a:uLnTx/>
              <a:uFillTx/>
              <a:latin typeface="Arial" panose="020B0604020202020204"/>
              <a:ea typeface="宋体" panose="02010600030101010101" pitchFamily="2" charset="-122"/>
            </a:endParaRPr>
          </a:p>
        </p:txBody>
      </p:sp>
      <p:grpSp>
        <p:nvGrpSpPr>
          <p:cNvPr id="35" name="Group 4"/>
          <p:cNvGrpSpPr/>
          <p:nvPr/>
        </p:nvGrpSpPr>
        <p:grpSpPr>
          <a:xfrm>
            <a:off x="2181639" y="2531312"/>
            <a:ext cx="1990687" cy="1314450"/>
            <a:chOff x="3198812" y="2590800"/>
            <a:chExt cx="2653558" cy="1752600"/>
          </a:xfrm>
        </p:grpSpPr>
        <p:sp>
          <p:nvSpPr>
            <p:cNvPr id="36" name="Rectangle 16"/>
            <p:cNvSpPr/>
            <p:nvPr/>
          </p:nvSpPr>
          <p:spPr bwMode="auto">
            <a:xfrm>
              <a:off x="3382590" y="2590800"/>
              <a:ext cx="2286000" cy="1752600"/>
            </a:xfrm>
            <a:prstGeom prst="rect">
              <a:avLst/>
            </a:prstGeom>
            <a:solidFill>
              <a:srgbClr val="E7B921"/>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37" name="Title 15"/>
            <p:cNvSpPr txBox="1"/>
            <p:nvPr/>
          </p:nvSpPr>
          <p:spPr bwMode="auto">
            <a:xfrm>
              <a:off x="3198812" y="3447991"/>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altLang="zh-CN"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38" name="Picture 2"/>
            <p:cNvPicPr>
              <a:picLocks noChangeAspect="1" noChangeArrowheads="1"/>
            </p:cNvPicPr>
            <p:nvPr/>
          </p:nvPicPr>
          <p:blipFill>
            <a:blip r:embed="rId3" cstate="email">
              <a:biLevel thresh="50000"/>
            </a:blip>
            <a:srcRect/>
            <a:stretch>
              <a:fillRect/>
            </a:stretch>
          </p:blipFill>
          <p:spPr bwMode="auto">
            <a:xfrm>
              <a:off x="4242738" y="2957411"/>
              <a:ext cx="565705" cy="493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9" name="Group 5"/>
          <p:cNvGrpSpPr/>
          <p:nvPr/>
        </p:nvGrpSpPr>
        <p:grpSpPr>
          <a:xfrm>
            <a:off x="4221866" y="2516980"/>
            <a:ext cx="1990687" cy="1314450"/>
            <a:chOff x="6157170" y="2571691"/>
            <a:chExt cx="2653558" cy="1752600"/>
          </a:xfrm>
        </p:grpSpPr>
        <p:sp>
          <p:nvSpPr>
            <p:cNvPr id="40" name="Rectangle 17"/>
            <p:cNvSpPr/>
            <p:nvPr/>
          </p:nvSpPr>
          <p:spPr bwMode="auto">
            <a:xfrm>
              <a:off x="6340949" y="2571691"/>
              <a:ext cx="2286000" cy="1752600"/>
            </a:xfrm>
            <a:prstGeom prst="rect">
              <a:avLst/>
            </a:prstGeom>
            <a:solidFill>
              <a:srgbClr val="3BBEB4"/>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41" name="Title 15"/>
            <p:cNvSpPr txBox="1"/>
            <p:nvPr/>
          </p:nvSpPr>
          <p:spPr bwMode="auto">
            <a:xfrm>
              <a:off x="6157170" y="3447988"/>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altLang="zh-CN"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42" name="Picture 14"/>
            <p:cNvPicPr>
              <a:picLocks noChangeAspect="1" noChangeArrowheads="1"/>
            </p:cNvPicPr>
            <p:nvPr/>
          </p:nvPicPr>
          <p:blipFill>
            <a:blip r:embed="rId4" cstate="email">
              <a:biLevel thresh="50000"/>
            </a:blip>
            <a:srcRect/>
            <a:stretch>
              <a:fillRect/>
            </a:stretch>
          </p:blipFill>
          <p:spPr bwMode="auto">
            <a:xfrm>
              <a:off x="7203501" y="2895600"/>
              <a:ext cx="560896" cy="55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 name="Group 3"/>
          <p:cNvGrpSpPr/>
          <p:nvPr/>
        </p:nvGrpSpPr>
        <p:grpSpPr>
          <a:xfrm>
            <a:off x="141412" y="2531312"/>
            <a:ext cx="1990687" cy="1314450"/>
            <a:chOff x="303212" y="2590800"/>
            <a:chExt cx="2653558" cy="1752600"/>
          </a:xfrm>
        </p:grpSpPr>
        <p:sp>
          <p:nvSpPr>
            <p:cNvPr id="44" name="Rectangle 15"/>
            <p:cNvSpPr/>
            <p:nvPr/>
          </p:nvSpPr>
          <p:spPr bwMode="auto">
            <a:xfrm>
              <a:off x="531812" y="2590800"/>
              <a:ext cx="2286000" cy="1752600"/>
            </a:xfrm>
            <a:prstGeom prst="rect">
              <a:avLst/>
            </a:prstGeom>
            <a:solidFill>
              <a:srgbClr val="3397D3"/>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45" name="Title 15"/>
            <p:cNvSpPr txBox="1"/>
            <p:nvPr/>
          </p:nvSpPr>
          <p:spPr bwMode="auto">
            <a:xfrm>
              <a:off x="303212" y="3450763"/>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46" name="Picture 17"/>
            <p:cNvPicPr>
              <a:picLocks noChangeAspect="1" noChangeArrowheads="1"/>
            </p:cNvPicPr>
            <p:nvPr/>
          </p:nvPicPr>
          <p:blipFill>
            <a:blip r:embed="rId5" cstate="email">
              <a:biLevel thresh="50000"/>
            </a:blip>
            <a:srcRect/>
            <a:stretch>
              <a:fillRect/>
            </a:stretch>
          </p:blipFill>
          <p:spPr bwMode="auto">
            <a:xfrm>
              <a:off x="1323174" y="2957843"/>
              <a:ext cx="613634" cy="492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 name="Group 6"/>
          <p:cNvGrpSpPr/>
          <p:nvPr/>
        </p:nvGrpSpPr>
        <p:grpSpPr>
          <a:xfrm>
            <a:off x="6262092" y="2513948"/>
            <a:ext cx="1990687" cy="1314450"/>
            <a:chOff x="9052770" y="2567648"/>
            <a:chExt cx="2653558" cy="1752600"/>
          </a:xfrm>
        </p:grpSpPr>
        <p:sp>
          <p:nvSpPr>
            <p:cNvPr id="48" name="Rectangle 18"/>
            <p:cNvSpPr/>
            <p:nvPr/>
          </p:nvSpPr>
          <p:spPr bwMode="auto">
            <a:xfrm>
              <a:off x="9236548" y="2567648"/>
              <a:ext cx="2286000" cy="1752600"/>
            </a:xfrm>
            <a:prstGeom prst="rect">
              <a:avLst/>
            </a:prstGeom>
            <a:solidFill>
              <a:srgbClr val="8E499C"/>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defRPr/>
              </a:pPr>
              <a:endParaRPr lang="en-US" sz="1700" kern="0" dirty="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49" name="Title 15"/>
            <p:cNvSpPr txBox="1"/>
            <p:nvPr/>
          </p:nvSpPr>
          <p:spPr bwMode="auto">
            <a:xfrm>
              <a:off x="9052770" y="3447989"/>
              <a:ext cx="2653558" cy="318549"/>
            </a:xfrm>
            <a:prstGeom prst="rect">
              <a:avLst/>
            </a:prstGeom>
            <a:noFill/>
            <a:ln w="9525">
              <a:noFill/>
              <a:miter lim="800000"/>
            </a:ln>
          </p:spPr>
          <p:txBody>
            <a:bodyPr wrap="square" lIns="0" tIns="0" rIns="0" bIns="0">
              <a:spAutoFit/>
            </a:bodyPr>
            <a:lstStyle/>
            <a:p>
              <a:pPr algn="ctr" defTabSz="822325">
                <a:lnSpc>
                  <a:spcPct val="90000"/>
                </a:lnSpc>
                <a:spcBef>
                  <a:spcPct val="20000"/>
                </a:spcBef>
                <a:spcAft>
                  <a:spcPts val="555"/>
                </a:spcAft>
                <a:buClr>
                  <a:srgbClr val="ADADAD"/>
                </a:buClr>
                <a:buSzPct val="80000"/>
                <a:defRPr/>
              </a:pPr>
              <a:r>
                <a:rPr lang="zh-CN" altLang="en-US" sz="1700" kern="0" dirty="0">
                  <a:solidFill>
                    <a:srgbClr val="000000">
                      <a:lumMod val="95000"/>
                      <a:lumOff val="5000"/>
                    </a:srgbClr>
                  </a:solidFill>
                  <a:latin typeface="微软雅黑" panose="020B0503020204020204" pitchFamily="34" charset="-122"/>
                  <a:ea typeface="微软雅黑" panose="020B0503020204020204" pitchFamily="34" charset="-122"/>
                </a:rPr>
                <a:t>文本内容</a:t>
              </a:r>
              <a:endParaRPr lang="en-US" altLang="zh-CN" sz="1700" kern="0" dirty="0">
                <a:solidFill>
                  <a:srgbClr val="000000">
                    <a:lumMod val="95000"/>
                    <a:lumOff val="5000"/>
                  </a:srgbClr>
                </a:solidFill>
                <a:latin typeface="微软雅黑" panose="020B0503020204020204" pitchFamily="34" charset="-122"/>
                <a:ea typeface="微软雅黑" panose="020B0503020204020204" pitchFamily="34" charset="-122"/>
              </a:endParaRPr>
            </a:p>
          </p:txBody>
        </p:sp>
        <p:pic>
          <p:nvPicPr>
            <p:cNvPr id="50" name="Picture 6"/>
            <p:cNvPicPr>
              <a:picLocks noChangeAspect="1" noChangeArrowheads="1"/>
            </p:cNvPicPr>
            <p:nvPr/>
          </p:nvPicPr>
          <p:blipFill>
            <a:blip r:embed="rId6" cstate="email">
              <a:biLevel thresh="50000"/>
            </a:blip>
            <a:srcRect/>
            <a:stretch>
              <a:fillRect/>
            </a:stretch>
          </p:blipFill>
          <p:spPr bwMode="auto">
            <a:xfrm>
              <a:off x="10171773" y="2910747"/>
              <a:ext cx="415551" cy="537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1" name="TextBox 50"/>
          <p:cNvSpPr txBox="1"/>
          <p:nvPr/>
        </p:nvSpPr>
        <p:spPr>
          <a:xfrm>
            <a:off x="211591" y="3979508"/>
            <a:ext cx="2666126" cy="415510"/>
          </a:xfrm>
          <a:prstGeom prst="rect">
            <a:avLst/>
          </a:prstGeom>
          <a:noFill/>
        </p:spPr>
        <p:txBody>
          <a:bodyPr wrap="square" lIns="68586" tIns="68586" rIns="68586" bIns="68586" rtlCol="0">
            <a:spAutoFit/>
          </a:bodyPr>
          <a:lstStyle/>
          <a:p>
            <a:pP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2" name="TextBox 51"/>
          <p:cNvSpPr txBox="1"/>
          <p:nvPr/>
        </p:nvSpPr>
        <p:spPr>
          <a:xfrm>
            <a:off x="2190770" y="3979508"/>
            <a:ext cx="2674966" cy="415510"/>
          </a:xfrm>
          <a:prstGeom prst="rect">
            <a:avLst/>
          </a:prstGeom>
          <a:noFill/>
        </p:spPr>
        <p:txBody>
          <a:bodyPr wrap="square" lIns="68586" tIns="68586" rIns="68586" bIns="68586" rtlCol="0">
            <a:spAutoFit/>
          </a:bodyPr>
          <a:lstStyle/>
          <a:p>
            <a:pP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3" name="TextBox 52"/>
          <p:cNvSpPr txBox="1"/>
          <p:nvPr/>
        </p:nvSpPr>
        <p:spPr>
          <a:xfrm>
            <a:off x="3924789" y="3979508"/>
            <a:ext cx="2630425"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4" name="TextBox 53"/>
          <p:cNvSpPr txBox="1"/>
          <p:nvPr/>
        </p:nvSpPr>
        <p:spPr>
          <a:xfrm>
            <a:off x="6270724" y="3979508"/>
            <a:ext cx="2050132" cy="415510"/>
          </a:xfrm>
          <a:prstGeom prst="rect">
            <a:avLst/>
          </a:prstGeom>
          <a:noFill/>
        </p:spPr>
        <p:txBody>
          <a:bodyPr wrap="square" lIns="68586" tIns="68586" rIns="68586" bIns="68586" rtlCol="0">
            <a:spAutoFit/>
          </a:bodyPr>
          <a:lstStyle/>
          <a:p>
            <a:pPr algn="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5" name="手杖形箭头 54"/>
          <p:cNvSpPr/>
          <p:nvPr/>
        </p:nvSpPr>
        <p:spPr>
          <a:xfrm flipH="1">
            <a:off x="952500" y="1937884"/>
            <a:ext cx="4264708" cy="504056"/>
          </a:xfrm>
          <a:prstGeom prst="uturnArrow">
            <a:avLst>
              <a:gd name="adj1" fmla="val 23277"/>
              <a:gd name="adj2" fmla="val 25000"/>
              <a:gd name="adj3" fmla="val 28448"/>
              <a:gd name="adj4" fmla="val 37717"/>
              <a:gd name="adj5" fmla="val 99132"/>
            </a:avLst>
          </a:prstGeom>
          <a:solidFill>
            <a:srgbClr val="ED5326"/>
          </a:solidFill>
          <a:ln w="25400" cap="flat" cmpd="sng" algn="ctr">
            <a:noFill/>
            <a:prstDash val="solid"/>
          </a:ln>
          <a:effectLst/>
        </p:spPr>
        <p:txBody>
          <a:bodyPr bIns="91440" anchor="b"/>
          <a:lstStyle/>
          <a:p>
            <a:pPr algn="ctr" defTabSz="685165"/>
            <a:endParaRPr lang="zh-CN" altLang="en-US" sz="2000" kern="0">
              <a:solidFill>
                <a:srgbClr val="000000">
                  <a:lumMod val="95000"/>
                  <a:lumOff val="5000"/>
                </a:srgbClr>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56" name="手杖形箭头 55"/>
          <p:cNvSpPr/>
          <p:nvPr/>
        </p:nvSpPr>
        <p:spPr>
          <a:xfrm flipV="1">
            <a:off x="929475" y="3906046"/>
            <a:ext cx="6487326" cy="441682"/>
          </a:xfrm>
          <a:prstGeom prst="uturnArrow">
            <a:avLst>
              <a:gd name="adj1" fmla="val 29328"/>
              <a:gd name="adj2" fmla="val 25000"/>
              <a:gd name="adj3" fmla="val 30212"/>
              <a:gd name="adj4" fmla="val 37717"/>
              <a:gd name="adj5" fmla="val 97354"/>
            </a:avLst>
          </a:prstGeom>
          <a:solidFill>
            <a:srgbClr val="00B0F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lumMod val="95000"/>
                  <a:lumOff val="5000"/>
                </a:srgbClr>
              </a:solidFill>
              <a:effectLst/>
              <a:uLnTx/>
              <a:uFillTx/>
            </a:endParaRPr>
          </a:p>
        </p:txBody>
      </p:sp>
      <p:sp>
        <p:nvSpPr>
          <p:cNvPr id="57" name="TextBox 56"/>
          <p:cNvSpPr txBox="1"/>
          <p:nvPr/>
        </p:nvSpPr>
        <p:spPr>
          <a:xfrm>
            <a:off x="1711230" y="1544831"/>
            <a:ext cx="2664296"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8" name="TextBox 57"/>
          <p:cNvSpPr txBox="1"/>
          <p:nvPr/>
        </p:nvSpPr>
        <p:spPr>
          <a:xfrm>
            <a:off x="2801516" y="4360756"/>
            <a:ext cx="2664296"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
        <p:nvSpPr>
          <p:cNvPr id="59" name="TextBox 43"/>
          <p:cNvSpPr txBox="1">
            <a:spLocks noChangeArrowheads="1"/>
          </p:cNvSpPr>
          <p:nvPr/>
        </p:nvSpPr>
        <p:spPr bwMode="auto">
          <a:xfrm>
            <a:off x="5086894" y="769268"/>
            <a:ext cx="3244036" cy="523220"/>
          </a:xfrm>
          <a:prstGeom prst="rect">
            <a:avLst/>
          </a:prstGeom>
        </p:spPr>
        <p:txBody>
          <a:bodyPr wrap="square">
            <a:spAutoFit/>
            <a:scene3d>
              <a:camera prst="orthographicFront"/>
              <a:lightRig rig="threePt" dir="t"/>
            </a:scene3d>
            <a:sp3d>
              <a:contourClr>
                <a:schemeClr val="tx1"/>
              </a:contourClr>
            </a:sp3d>
          </a:bodyPr>
          <a:lstStyle/>
          <a:p>
            <a:pPr fontAlgn="ctr">
              <a:buClr>
                <a:srgbClr val="FF0000"/>
              </a:buClr>
              <a:buSzPct val="70000"/>
              <a:defRPr/>
            </a:pPr>
            <a:r>
              <a:rPr lang="zh-CN" altLang="en-US" sz="2800" b="1" dirty="0">
                <a:solidFill>
                  <a:srgbClr val="0070C0"/>
                </a:solidFill>
                <a:latin typeface="微软雅黑" panose="020B0503020204020204" pitchFamily="34" charset="-122"/>
                <a:ea typeface="微软雅黑" panose="020B0503020204020204" pitchFamily="34" charset="-122"/>
              </a:rPr>
              <a:t>单击此处添加标题</a:t>
            </a:r>
            <a:endParaRPr lang="en-US" altLang="zh-CN" sz="2800" b="1" dirty="0">
              <a:solidFill>
                <a:srgbClr val="0070C0"/>
              </a:solidFill>
              <a:latin typeface="微软雅黑" panose="020B0503020204020204" pitchFamily="34" charset="-122"/>
              <a:ea typeface="微软雅黑" panose="020B0503020204020204" pitchFamily="34" charset="-122"/>
            </a:endParaRPr>
          </a:p>
        </p:txBody>
      </p:sp>
      <p:sp>
        <p:nvSpPr>
          <p:cNvPr id="60" name="Circle Arrow"/>
          <p:cNvSpPr>
            <a:spLocks noEditPoints="1"/>
          </p:cNvSpPr>
          <p:nvPr/>
        </p:nvSpPr>
        <p:spPr bwMode="auto">
          <a:xfrm rot="5400000">
            <a:off x="8240378" y="785938"/>
            <a:ext cx="508020" cy="508152"/>
          </a:xfrm>
          <a:custGeom>
            <a:avLst/>
            <a:gdLst>
              <a:gd name="T0" fmla="*/ 112 w 224"/>
              <a:gd name="T1" fmla="*/ 0 h 224"/>
              <a:gd name="T2" fmla="*/ 0 w 224"/>
              <a:gd name="T3" fmla="*/ 112 h 224"/>
              <a:gd name="T4" fmla="*/ 112 w 224"/>
              <a:gd name="T5" fmla="*/ 224 h 224"/>
              <a:gd name="T6" fmla="*/ 224 w 224"/>
              <a:gd name="T7" fmla="*/ 112 h 224"/>
              <a:gd name="T8" fmla="*/ 112 w 224"/>
              <a:gd name="T9" fmla="*/ 0 h 224"/>
              <a:gd name="T10" fmla="*/ 112 w 224"/>
              <a:gd name="T11" fmla="*/ 216 h 224"/>
              <a:gd name="T12" fmla="*/ 8 w 224"/>
              <a:gd name="T13" fmla="*/ 112 h 224"/>
              <a:gd name="T14" fmla="*/ 112 w 224"/>
              <a:gd name="T15" fmla="*/ 8 h 224"/>
              <a:gd name="T16" fmla="*/ 216 w 224"/>
              <a:gd name="T17" fmla="*/ 112 h 224"/>
              <a:gd name="T18" fmla="*/ 112 w 224"/>
              <a:gd name="T19" fmla="*/ 216 h 224"/>
              <a:gd name="T20" fmla="*/ 161 w 224"/>
              <a:gd name="T21" fmla="*/ 94 h 224"/>
              <a:gd name="T22" fmla="*/ 169 w 224"/>
              <a:gd name="T23" fmla="*/ 94 h 224"/>
              <a:gd name="T24" fmla="*/ 169 w 224"/>
              <a:gd name="T25" fmla="*/ 166 h 224"/>
              <a:gd name="T26" fmla="*/ 165 w 224"/>
              <a:gd name="T27" fmla="*/ 170 h 224"/>
              <a:gd name="T28" fmla="*/ 93 w 224"/>
              <a:gd name="T29" fmla="*/ 170 h 224"/>
              <a:gd name="T30" fmla="*/ 93 w 224"/>
              <a:gd name="T31" fmla="*/ 162 h 224"/>
              <a:gd name="T32" fmla="*/ 156 w 224"/>
              <a:gd name="T33" fmla="*/ 162 h 224"/>
              <a:gd name="T34" fmla="*/ 58 w 224"/>
              <a:gd name="T35" fmla="*/ 65 h 224"/>
              <a:gd name="T36" fmla="*/ 64 w 224"/>
              <a:gd name="T37" fmla="*/ 59 h 224"/>
              <a:gd name="T38" fmla="*/ 161 w 224"/>
              <a:gd name="T39" fmla="*/ 156 h 224"/>
              <a:gd name="T40" fmla="*/ 161 w 224"/>
              <a:gd name="T41" fmla="*/ 9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4" h="224">
                <a:moveTo>
                  <a:pt x="112" y="0"/>
                </a:moveTo>
                <a:cubicBezTo>
                  <a:pt x="50" y="0"/>
                  <a:pt x="0" y="50"/>
                  <a:pt x="0" y="112"/>
                </a:cubicBezTo>
                <a:cubicBezTo>
                  <a:pt x="0" y="174"/>
                  <a:pt x="50" y="224"/>
                  <a:pt x="112" y="224"/>
                </a:cubicBezTo>
                <a:cubicBezTo>
                  <a:pt x="173" y="224"/>
                  <a:pt x="224" y="174"/>
                  <a:pt x="224" y="112"/>
                </a:cubicBezTo>
                <a:cubicBezTo>
                  <a:pt x="224" y="50"/>
                  <a:pt x="173" y="0"/>
                  <a:pt x="112" y="0"/>
                </a:cubicBezTo>
                <a:close/>
                <a:moveTo>
                  <a:pt x="112" y="216"/>
                </a:moveTo>
                <a:cubicBezTo>
                  <a:pt x="54" y="216"/>
                  <a:pt x="8" y="169"/>
                  <a:pt x="8" y="112"/>
                </a:cubicBezTo>
                <a:cubicBezTo>
                  <a:pt x="8" y="54"/>
                  <a:pt x="54" y="8"/>
                  <a:pt x="112" y="8"/>
                </a:cubicBezTo>
                <a:cubicBezTo>
                  <a:pt x="169" y="8"/>
                  <a:pt x="216" y="54"/>
                  <a:pt x="216" y="112"/>
                </a:cubicBezTo>
                <a:cubicBezTo>
                  <a:pt x="216" y="169"/>
                  <a:pt x="169" y="216"/>
                  <a:pt x="112" y="216"/>
                </a:cubicBezTo>
                <a:close/>
                <a:moveTo>
                  <a:pt x="161" y="94"/>
                </a:moveTo>
                <a:cubicBezTo>
                  <a:pt x="169" y="94"/>
                  <a:pt x="169" y="94"/>
                  <a:pt x="169" y="94"/>
                </a:cubicBezTo>
                <a:cubicBezTo>
                  <a:pt x="169" y="166"/>
                  <a:pt x="169" y="166"/>
                  <a:pt x="169" y="166"/>
                </a:cubicBezTo>
                <a:cubicBezTo>
                  <a:pt x="169" y="168"/>
                  <a:pt x="168" y="170"/>
                  <a:pt x="165" y="170"/>
                </a:cubicBezTo>
                <a:cubicBezTo>
                  <a:pt x="93" y="170"/>
                  <a:pt x="93" y="170"/>
                  <a:pt x="93" y="170"/>
                </a:cubicBezTo>
                <a:cubicBezTo>
                  <a:pt x="93" y="162"/>
                  <a:pt x="93" y="162"/>
                  <a:pt x="93" y="162"/>
                </a:cubicBezTo>
                <a:cubicBezTo>
                  <a:pt x="156" y="162"/>
                  <a:pt x="156" y="162"/>
                  <a:pt x="156" y="162"/>
                </a:cubicBezTo>
                <a:cubicBezTo>
                  <a:pt x="58" y="65"/>
                  <a:pt x="58" y="65"/>
                  <a:pt x="58" y="65"/>
                </a:cubicBezTo>
                <a:cubicBezTo>
                  <a:pt x="64" y="59"/>
                  <a:pt x="64" y="59"/>
                  <a:pt x="64" y="59"/>
                </a:cubicBezTo>
                <a:cubicBezTo>
                  <a:pt x="161" y="156"/>
                  <a:pt x="161" y="156"/>
                  <a:pt x="161" y="156"/>
                </a:cubicBezTo>
                <a:lnTo>
                  <a:pt x="161" y="94"/>
                </a:lnTo>
                <a:close/>
              </a:path>
            </a:pathLst>
          </a:custGeom>
          <a:solidFill>
            <a:srgbClr val="0070C0"/>
          </a:solidFill>
          <a:ln>
            <a:noFill/>
          </a:ln>
        </p:spPr>
        <p:txBody>
          <a:bodyPr vert="horz" wrap="square" lIns="68586" tIns="34294" rIns="68586" bIns="34294" numCol="1" anchor="t" anchorCtr="0" compatLnSpc="1"/>
          <a:lstStyle/>
          <a:p>
            <a:pPr defTabSz="685800" fontAlgn="base">
              <a:spcBef>
                <a:spcPct val="0"/>
              </a:spcBef>
              <a:spcAft>
                <a:spcPct val="0"/>
              </a:spcAft>
            </a:pPr>
            <a:endParaRPr lang="en-US">
              <a:ln w="18415" cmpd="sng">
                <a:solidFill>
                  <a:srgbClr val="FFFFFF"/>
                </a:solidFill>
                <a:prstDash val="solid"/>
              </a:ln>
              <a:solidFill>
                <a:srgbClr val="000000">
                  <a:lumMod val="95000"/>
                  <a:lumOff val="5000"/>
                </a:srgbClr>
              </a:solidFill>
              <a:effectLst>
                <a:outerShdw blurRad="63500" dir="3600000" algn="tl" rotWithShape="0">
                  <a:srgbClr val="000000">
                    <a:alpha val="70000"/>
                  </a:srgbClr>
                </a:outerShdw>
              </a:effectLst>
              <a:latin typeface="Arial" panose="020B0604020202020204" pitchFamily="34" charset="0"/>
              <a:ea typeface="宋体" panose="02010600030101010101" pitchFamily="2" charset="-122"/>
            </a:endParaRPr>
          </a:p>
        </p:txBody>
      </p:sp>
      <p:sp>
        <p:nvSpPr>
          <p:cNvPr id="61" name="手杖形箭头 60"/>
          <p:cNvSpPr/>
          <p:nvPr/>
        </p:nvSpPr>
        <p:spPr>
          <a:xfrm flipH="1">
            <a:off x="5284447" y="1937884"/>
            <a:ext cx="2128860" cy="504056"/>
          </a:xfrm>
          <a:prstGeom prst="uturnArrow">
            <a:avLst>
              <a:gd name="adj1" fmla="val 23277"/>
              <a:gd name="adj2" fmla="val 25000"/>
              <a:gd name="adj3" fmla="val 28448"/>
              <a:gd name="adj4" fmla="val 37717"/>
              <a:gd name="adj5" fmla="val 99132"/>
            </a:avLst>
          </a:prstGeom>
          <a:solidFill>
            <a:srgbClr val="00B050"/>
          </a:solidFill>
          <a:ln w="9525" cap="flat" cmpd="sng" algn="ctr">
            <a:noFill/>
            <a:prstDash val="solid"/>
            <a:headEnd type="none" w="med" len="med"/>
            <a:tailEnd type="none" w="med" len="med"/>
          </a:ln>
          <a:effectLst/>
        </p:spPr>
        <p:txBody>
          <a:bodyPr vert="horz" wrap="square" lIns="91436" tIns="45718" rIns="91436" bIns="45718" numCol="1" rtlCol="0" anchor="ctr" anchorCtr="0" compatLnSpc="1"/>
          <a:lstStyle/>
          <a:p>
            <a:pPr algn="ctr" defTabSz="685165"/>
            <a:endParaRPr lang="zh-CN" altLang="en-US" sz="1700" kern="0">
              <a:solidFill>
                <a:srgbClr val="000000">
                  <a:lumMod val="95000"/>
                  <a:lumOff val="5000"/>
                </a:srgbClr>
              </a:solidFill>
              <a:latin typeface="Segoe UI" panose="020B0502040204020203" pitchFamily="34" charset="0"/>
              <a:ea typeface="Segoe UI" panose="020B0502040204020203" pitchFamily="34" charset="0"/>
              <a:cs typeface="Segoe UI" panose="020B0502040204020203" pitchFamily="34" charset="0"/>
            </a:endParaRPr>
          </a:p>
        </p:txBody>
      </p:sp>
      <p:sp>
        <p:nvSpPr>
          <p:cNvPr id="62" name="TextBox 61"/>
          <p:cNvSpPr txBox="1"/>
          <p:nvPr/>
        </p:nvSpPr>
        <p:spPr>
          <a:xfrm>
            <a:off x="5060750" y="1544831"/>
            <a:ext cx="2664296" cy="415510"/>
          </a:xfrm>
          <a:prstGeom prst="rect">
            <a:avLst/>
          </a:prstGeom>
          <a:noFill/>
        </p:spPr>
        <p:txBody>
          <a:bodyPr wrap="square" lIns="68586" tIns="68586" rIns="68586" bIns="68586" rtlCol="0">
            <a:spAutoFit/>
          </a:bodyPr>
          <a:lstStyle/>
          <a:p>
            <a:pPr algn="ctr" defTabSz="1028700">
              <a:spcBef>
                <a:spcPct val="0"/>
              </a:spcBef>
              <a:defRPr/>
            </a:pPr>
            <a:r>
              <a:rPr lang="zh-CN" altLang="en-US" dirty="0">
                <a:solidFill>
                  <a:srgbClr val="000000">
                    <a:lumMod val="95000"/>
                    <a:lumOff val="5000"/>
                  </a:srgbClr>
                </a:solidFill>
                <a:latin typeface="微软雅黑" panose="020B0503020204020204" pitchFamily="34" charset="-122"/>
                <a:ea typeface="微软雅黑" panose="020B0503020204020204" pitchFamily="34" charset="-122"/>
              </a:rPr>
              <a:t>在此录入标题内容</a:t>
            </a:r>
          </a:p>
        </p:txBody>
      </p:sp>
    </p:spTree>
  </p:cSld>
  <p:clrMapOvr>
    <a:masterClrMapping/>
  </p:clrMapOvr>
  <mc:AlternateContent xmlns:mc="http://schemas.openxmlformats.org/markup-compatibility/2006" xmlns:p14="http://schemas.microsoft.com/office/powerpoint/2010/main">
    <mc:Choice Requires="p14">
      <p:transition spd="slow" p14:dur="1200" advClick="0" advTm="5000">
        <p14:flip dir="r"/>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6" presetClass="emph" presetSubtype="0" repeatCount="2000" fill="hold" grpId="1" nodeType="afterEffect">
                                  <p:stCondLst>
                                    <p:cond delay="0"/>
                                  </p:stCondLst>
                                  <p:childTnLst>
                                    <p:animEffect transition="out" filter="fade">
                                      <p:cBhvr>
                                        <p:cTn id="11" dur="250" tmFilter="0, 0; .2, .5; .8, .5; 1, 0"/>
                                        <p:tgtEl>
                                          <p:spTgt spid="60"/>
                                        </p:tgtEl>
                                      </p:cBhvr>
                                    </p:animEffect>
                                    <p:animScale>
                                      <p:cBhvr>
                                        <p:cTn id="12" dur="125" autoRev="1" fill="hold"/>
                                        <p:tgtEl>
                                          <p:spTgt spid="60"/>
                                        </p:tgtEl>
                                      </p:cBhvr>
                                      <p:by x="105000" y="105000"/>
                                    </p:animScale>
                                  </p:childTnLst>
                                </p:cTn>
                              </p:par>
                            </p:childTnLst>
                          </p:cTn>
                        </p:par>
                        <p:par>
                          <p:cTn id="13" fill="hold">
                            <p:stCondLst>
                              <p:cond delay="1000"/>
                            </p:stCondLst>
                            <p:childTnLst>
                              <p:par>
                                <p:cTn id="14" presetID="12" presetClass="entr" presetSubtype="8" fill="hold" grpId="0" nodeType="afterEffect">
                                  <p:stCondLst>
                                    <p:cond delay="0"/>
                                  </p:stCondLst>
                                  <p:childTnLst>
                                    <p:set>
                                      <p:cBhvr>
                                        <p:cTn id="15" dur="1" fill="hold">
                                          <p:stCondLst>
                                            <p:cond delay="0"/>
                                          </p:stCondLst>
                                        </p:cTn>
                                        <p:tgtEl>
                                          <p:spTgt spid="59"/>
                                        </p:tgtEl>
                                        <p:attrNameLst>
                                          <p:attrName>style.visibility</p:attrName>
                                        </p:attrNameLst>
                                      </p:cBhvr>
                                      <p:to>
                                        <p:strVal val="visible"/>
                                      </p:to>
                                    </p:set>
                                    <p:anim calcmode="lin" valueType="num">
                                      <p:cBhvr additive="base">
                                        <p:cTn id="16" dur="250"/>
                                        <p:tgtEl>
                                          <p:spTgt spid="59"/>
                                        </p:tgtEl>
                                        <p:attrNameLst>
                                          <p:attrName>ppt_x</p:attrName>
                                        </p:attrNameLst>
                                      </p:cBhvr>
                                      <p:tavLst>
                                        <p:tav tm="0">
                                          <p:val>
                                            <p:strVal val="#ppt_x-#ppt_w*1.125000"/>
                                          </p:val>
                                        </p:tav>
                                        <p:tav tm="100000">
                                          <p:val>
                                            <p:strVal val="#ppt_x"/>
                                          </p:val>
                                        </p:tav>
                                      </p:tavLst>
                                    </p:anim>
                                    <p:animEffect transition="in" filter="wipe(right)">
                                      <p:cBhvr>
                                        <p:cTn id="17" dur="250"/>
                                        <p:tgtEl>
                                          <p:spTgt spid="59"/>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par>
                          <p:cTn id="22" fill="hold">
                            <p:stCondLst>
                              <p:cond delay="2000"/>
                            </p:stCondLst>
                            <p:childTnLst>
                              <p:par>
                                <p:cTn id="23" presetID="2" presetClass="entr" presetSubtype="4" fill="hold" nodeType="after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ppt_x"/>
                                          </p:val>
                                        </p:tav>
                                        <p:tav tm="100000">
                                          <p:val>
                                            <p:strVal val="#ppt_x"/>
                                          </p:val>
                                        </p:tav>
                                      </p:tavLst>
                                    </p:anim>
                                    <p:anim calcmode="lin" valueType="num">
                                      <p:cBhvr additive="base">
                                        <p:cTn id="26" dur="500" fill="hold"/>
                                        <p:tgtEl>
                                          <p:spTgt spid="43"/>
                                        </p:tgtEl>
                                        <p:attrNameLst>
                                          <p:attrName>ppt_y</p:attrName>
                                        </p:attrNameLst>
                                      </p:cBhvr>
                                      <p:tavLst>
                                        <p:tav tm="0">
                                          <p:val>
                                            <p:strVal val="1+#ppt_h/2"/>
                                          </p:val>
                                        </p:tav>
                                        <p:tav tm="100000">
                                          <p:val>
                                            <p:strVal val="#ppt_y"/>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childTnLst>
                          </p:cTn>
                        </p:par>
                        <p:par>
                          <p:cTn id="30" fill="hold">
                            <p:stCondLst>
                              <p:cond delay="2500"/>
                            </p:stCondLst>
                            <p:childTnLst>
                              <p:par>
                                <p:cTn id="31" presetID="10" presetClass="exit" presetSubtype="0" fill="hold" grpId="1" nodeType="afterEffect">
                                  <p:stCondLst>
                                    <p:cond delay="0"/>
                                  </p:stCondLst>
                                  <p:childTnLst>
                                    <p:animEffect transition="out" filter="fade">
                                      <p:cBhvr>
                                        <p:cTn id="32" dur="500"/>
                                        <p:tgtEl>
                                          <p:spTgt spid="51"/>
                                        </p:tgtEl>
                                      </p:cBhvr>
                                    </p:animEffect>
                                    <p:set>
                                      <p:cBhvr>
                                        <p:cTn id="33" dur="1" fill="hold">
                                          <p:stCondLst>
                                            <p:cond delay="499"/>
                                          </p:stCondLst>
                                        </p:cTn>
                                        <p:tgtEl>
                                          <p:spTgt spid="51"/>
                                        </p:tgtEl>
                                        <p:attrNameLst>
                                          <p:attrName>style.visibility</p:attrName>
                                        </p:attrNameLst>
                                      </p:cBhvr>
                                      <p:to>
                                        <p:strVal val="hidden"/>
                                      </p:to>
                                    </p:set>
                                  </p:childTnLst>
                                </p:cTn>
                              </p:par>
                            </p:childTnLst>
                          </p:cTn>
                        </p:par>
                        <p:par>
                          <p:cTn id="34" fill="hold">
                            <p:stCondLst>
                              <p:cond delay="3000"/>
                            </p:stCondLst>
                            <p:childTnLst>
                              <p:par>
                                <p:cTn id="35" presetID="2" presetClass="entr" presetSubtype="4" fill="hold" nodeType="afterEffect">
                                  <p:stCondLst>
                                    <p:cond delay="0"/>
                                  </p:stCondLst>
                                  <p:childTnLst>
                                    <p:set>
                                      <p:cBhvr>
                                        <p:cTn id="36" dur="1" fill="hold">
                                          <p:stCondLst>
                                            <p:cond delay="0"/>
                                          </p:stCondLst>
                                        </p:cTn>
                                        <p:tgtEl>
                                          <p:spTgt spid="35"/>
                                        </p:tgtEl>
                                        <p:attrNameLst>
                                          <p:attrName>style.visibility</p:attrName>
                                        </p:attrNameLst>
                                      </p:cBhvr>
                                      <p:to>
                                        <p:strVal val="visible"/>
                                      </p:to>
                                    </p:set>
                                    <p:anim calcmode="lin" valueType="num">
                                      <p:cBhvr additive="base">
                                        <p:cTn id="37" dur="500" fill="hold"/>
                                        <p:tgtEl>
                                          <p:spTgt spid="35"/>
                                        </p:tgtEl>
                                        <p:attrNameLst>
                                          <p:attrName>ppt_x</p:attrName>
                                        </p:attrNameLst>
                                      </p:cBhvr>
                                      <p:tavLst>
                                        <p:tav tm="0">
                                          <p:val>
                                            <p:strVal val="#ppt_x"/>
                                          </p:val>
                                        </p:tav>
                                        <p:tav tm="100000">
                                          <p:val>
                                            <p:strVal val="#ppt_x"/>
                                          </p:val>
                                        </p:tav>
                                      </p:tavLst>
                                    </p:anim>
                                    <p:anim calcmode="lin" valueType="num">
                                      <p:cBhvr additive="base">
                                        <p:cTn id="38" dur="500" fill="hold"/>
                                        <p:tgtEl>
                                          <p:spTgt spid="35"/>
                                        </p:tgtEl>
                                        <p:attrNameLst>
                                          <p:attrName>ppt_y</p:attrName>
                                        </p:attrNameLst>
                                      </p:cBhvr>
                                      <p:tavLst>
                                        <p:tav tm="0">
                                          <p:val>
                                            <p:strVal val="1+#ppt_h/2"/>
                                          </p:val>
                                        </p:tav>
                                        <p:tav tm="100000">
                                          <p:val>
                                            <p:strVal val="#ppt_y"/>
                                          </p:val>
                                        </p:tav>
                                      </p:tavLst>
                                    </p:anim>
                                  </p:childTnLst>
                                </p:cTn>
                              </p:par>
                              <p:par>
                                <p:cTn id="39" presetID="10"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500"/>
                                        <p:tgtEl>
                                          <p:spTgt spid="52"/>
                                        </p:tgtEl>
                                      </p:cBhvr>
                                    </p:animEffect>
                                  </p:childTnLst>
                                </p:cTn>
                              </p:par>
                            </p:childTnLst>
                          </p:cTn>
                        </p:par>
                        <p:par>
                          <p:cTn id="42" fill="hold">
                            <p:stCondLst>
                              <p:cond delay="3500"/>
                            </p:stCondLst>
                            <p:childTnLst>
                              <p:par>
                                <p:cTn id="43" presetID="10" presetClass="exit" presetSubtype="0" fill="hold" grpId="1" nodeType="afterEffect">
                                  <p:stCondLst>
                                    <p:cond delay="0"/>
                                  </p:stCondLst>
                                  <p:childTnLst>
                                    <p:animEffect transition="out" filter="fade">
                                      <p:cBhvr>
                                        <p:cTn id="44" dur="500"/>
                                        <p:tgtEl>
                                          <p:spTgt spid="52"/>
                                        </p:tgtEl>
                                      </p:cBhvr>
                                    </p:animEffect>
                                    <p:set>
                                      <p:cBhvr>
                                        <p:cTn id="45" dur="1" fill="hold">
                                          <p:stCondLst>
                                            <p:cond delay="499"/>
                                          </p:stCondLst>
                                        </p:cTn>
                                        <p:tgtEl>
                                          <p:spTgt spid="52"/>
                                        </p:tgtEl>
                                        <p:attrNameLst>
                                          <p:attrName>style.visibility</p:attrName>
                                        </p:attrNameLst>
                                      </p:cBhvr>
                                      <p:to>
                                        <p:strVal val="hidden"/>
                                      </p:to>
                                    </p:set>
                                  </p:childTnLst>
                                </p:cTn>
                              </p:par>
                            </p:childTnLst>
                          </p:cTn>
                        </p:par>
                        <p:par>
                          <p:cTn id="46" fill="hold">
                            <p:stCondLst>
                              <p:cond delay="4000"/>
                            </p:stCondLst>
                            <p:childTnLst>
                              <p:par>
                                <p:cTn id="47" presetID="2" presetClass="entr" presetSubtype="4" fill="hold" nodeType="after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additive="base">
                                        <p:cTn id="49" dur="500" fill="hold"/>
                                        <p:tgtEl>
                                          <p:spTgt spid="39"/>
                                        </p:tgtEl>
                                        <p:attrNameLst>
                                          <p:attrName>ppt_x</p:attrName>
                                        </p:attrNameLst>
                                      </p:cBhvr>
                                      <p:tavLst>
                                        <p:tav tm="0">
                                          <p:val>
                                            <p:strVal val="#ppt_x"/>
                                          </p:val>
                                        </p:tav>
                                        <p:tav tm="100000">
                                          <p:val>
                                            <p:strVal val="#ppt_x"/>
                                          </p:val>
                                        </p:tav>
                                      </p:tavLst>
                                    </p:anim>
                                    <p:anim calcmode="lin" valueType="num">
                                      <p:cBhvr additive="base">
                                        <p:cTn id="50" dur="500" fill="hold"/>
                                        <p:tgtEl>
                                          <p:spTgt spid="39"/>
                                        </p:tgtEl>
                                        <p:attrNameLst>
                                          <p:attrName>ppt_y</p:attrName>
                                        </p:attrNameLst>
                                      </p:cBhvr>
                                      <p:tavLst>
                                        <p:tav tm="0">
                                          <p:val>
                                            <p:strVal val="1+#ppt_h/2"/>
                                          </p:val>
                                        </p:tav>
                                        <p:tav tm="100000">
                                          <p:val>
                                            <p:strVal val="#ppt_y"/>
                                          </p:val>
                                        </p:tav>
                                      </p:tavLst>
                                    </p:anim>
                                  </p:childTnLst>
                                </p:cTn>
                              </p:par>
                              <p:par>
                                <p:cTn id="51" presetID="10" presetClass="entr" presetSubtype="0" fill="hold" grpId="0" nodeType="with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fade">
                                      <p:cBhvr>
                                        <p:cTn id="53" dur="500"/>
                                        <p:tgtEl>
                                          <p:spTgt spid="53"/>
                                        </p:tgtEl>
                                      </p:cBhvr>
                                    </p:animEffect>
                                  </p:childTnLst>
                                </p:cTn>
                              </p:par>
                            </p:childTnLst>
                          </p:cTn>
                        </p:par>
                        <p:par>
                          <p:cTn id="54" fill="hold">
                            <p:stCondLst>
                              <p:cond delay="4500"/>
                            </p:stCondLst>
                            <p:childTnLst>
                              <p:par>
                                <p:cTn id="55" presetID="10" presetClass="exit" presetSubtype="0" fill="hold" grpId="1" nodeType="afterEffect">
                                  <p:stCondLst>
                                    <p:cond delay="0"/>
                                  </p:stCondLst>
                                  <p:childTnLst>
                                    <p:animEffect transition="out" filter="fade">
                                      <p:cBhvr>
                                        <p:cTn id="56" dur="500"/>
                                        <p:tgtEl>
                                          <p:spTgt spid="53"/>
                                        </p:tgtEl>
                                      </p:cBhvr>
                                    </p:animEffect>
                                    <p:set>
                                      <p:cBhvr>
                                        <p:cTn id="57" dur="1" fill="hold">
                                          <p:stCondLst>
                                            <p:cond delay="499"/>
                                          </p:stCondLst>
                                        </p:cTn>
                                        <p:tgtEl>
                                          <p:spTgt spid="53"/>
                                        </p:tgtEl>
                                        <p:attrNameLst>
                                          <p:attrName>style.visibility</p:attrName>
                                        </p:attrNameLst>
                                      </p:cBhvr>
                                      <p:to>
                                        <p:strVal val="hidden"/>
                                      </p:to>
                                    </p:set>
                                  </p:childTnLst>
                                </p:cTn>
                              </p:par>
                            </p:childTnLst>
                          </p:cTn>
                        </p:par>
                        <p:par>
                          <p:cTn id="58" fill="hold">
                            <p:stCondLst>
                              <p:cond delay="5000"/>
                            </p:stCondLst>
                            <p:childTnLst>
                              <p:par>
                                <p:cTn id="59" presetID="2" presetClass="entr" presetSubtype="4" fill="hold" nodeType="afterEffect">
                                  <p:stCondLst>
                                    <p:cond delay="0"/>
                                  </p:stCondLst>
                                  <p:childTnLst>
                                    <p:set>
                                      <p:cBhvr>
                                        <p:cTn id="60" dur="1" fill="hold">
                                          <p:stCondLst>
                                            <p:cond delay="0"/>
                                          </p:stCondLst>
                                        </p:cTn>
                                        <p:tgtEl>
                                          <p:spTgt spid="47"/>
                                        </p:tgtEl>
                                        <p:attrNameLst>
                                          <p:attrName>style.visibility</p:attrName>
                                        </p:attrNameLst>
                                      </p:cBhvr>
                                      <p:to>
                                        <p:strVal val="visible"/>
                                      </p:to>
                                    </p:set>
                                    <p:anim calcmode="lin" valueType="num">
                                      <p:cBhvr additive="base">
                                        <p:cTn id="61" dur="500" fill="hold"/>
                                        <p:tgtEl>
                                          <p:spTgt spid="47"/>
                                        </p:tgtEl>
                                        <p:attrNameLst>
                                          <p:attrName>ppt_x</p:attrName>
                                        </p:attrNameLst>
                                      </p:cBhvr>
                                      <p:tavLst>
                                        <p:tav tm="0">
                                          <p:val>
                                            <p:strVal val="#ppt_x"/>
                                          </p:val>
                                        </p:tav>
                                        <p:tav tm="100000">
                                          <p:val>
                                            <p:strVal val="#ppt_x"/>
                                          </p:val>
                                        </p:tav>
                                      </p:tavLst>
                                    </p:anim>
                                    <p:anim calcmode="lin" valueType="num">
                                      <p:cBhvr additive="base">
                                        <p:cTn id="62" dur="500" fill="hold"/>
                                        <p:tgtEl>
                                          <p:spTgt spid="47"/>
                                        </p:tgtEl>
                                        <p:attrNameLst>
                                          <p:attrName>ppt_y</p:attrName>
                                        </p:attrNameLst>
                                      </p:cBhvr>
                                      <p:tavLst>
                                        <p:tav tm="0">
                                          <p:val>
                                            <p:strVal val="1+#ppt_h/2"/>
                                          </p:val>
                                        </p:tav>
                                        <p:tav tm="100000">
                                          <p:val>
                                            <p:strVal val="#ppt_y"/>
                                          </p:val>
                                        </p:tav>
                                      </p:tavLst>
                                    </p:anim>
                                  </p:childTnLst>
                                </p:cTn>
                              </p:par>
                              <p:par>
                                <p:cTn id="63" presetID="10" presetClass="entr"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fade">
                                      <p:cBhvr>
                                        <p:cTn id="65" dur="500"/>
                                        <p:tgtEl>
                                          <p:spTgt spid="54"/>
                                        </p:tgtEl>
                                      </p:cBhvr>
                                    </p:animEffect>
                                  </p:childTnLst>
                                </p:cTn>
                              </p:par>
                            </p:childTnLst>
                          </p:cTn>
                        </p:par>
                        <p:par>
                          <p:cTn id="66" fill="hold">
                            <p:stCondLst>
                              <p:cond delay="5500"/>
                            </p:stCondLst>
                            <p:childTnLst>
                              <p:par>
                                <p:cTn id="67" presetID="10" presetClass="exit" presetSubtype="0" fill="hold" grpId="1" nodeType="afterEffect">
                                  <p:stCondLst>
                                    <p:cond delay="0"/>
                                  </p:stCondLst>
                                  <p:childTnLst>
                                    <p:animEffect transition="out" filter="fade">
                                      <p:cBhvr>
                                        <p:cTn id="68" dur="500"/>
                                        <p:tgtEl>
                                          <p:spTgt spid="54"/>
                                        </p:tgtEl>
                                      </p:cBhvr>
                                    </p:animEffect>
                                    <p:set>
                                      <p:cBhvr>
                                        <p:cTn id="69" dur="1" fill="hold">
                                          <p:stCondLst>
                                            <p:cond delay="499"/>
                                          </p:stCondLst>
                                        </p:cTn>
                                        <p:tgtEl>
                                          <p:spTgt spid="54"/>
                                        </p:tgtEl>
                                        <p:attrNameLst>
                                          <p:attrName>style.visibility</p:attrName>
                                        </p:attrNameLst>
                                      </p:cBhvr>
                                      <p:to>
                                        <p:strVal val="hidden"/>
                                      </p:to>
                                    </p:set>
                                  </p:childTnLst>
                                </p:cTn>
                              </p:par>
                            </p:childTnLst>
                          </p:cTn>
                        </p:par>
                        <p:par>
                          <p:cTn id="70" fill="hold">
                            <p:stCondLst>
                              <p:cond delay="6000"/>
                            </p:stCondLst>
                            <p:childTnLst>
                              <p:par>
                                <p:cTn id="71" presetID="22" presetClass="entr" presetSubtype="2" fill="hold" grpId="0" nodeType="after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wipe(right)">
                                      <p:cBhvr>
                                        <p:cTn id="73" dur="750"/>
                                        <p:tgtEl>
                                          <p:spTgt spid="55"/>
                                        </p:tgtEl>
                                      </p:cBhvr>
                                    </p:animEffect>
                                  </p:childTnLst>
                                </p:cTn>
                              </p:par>
                            </p:childTnLst>
                          </p:cTn>
                        </p:par>
                        <p:par>
                          <p:cTn id="74" fill="hold">
                            <p:stCondLst>
                              <p:cond delay="7000"/>
                            </p:stCondLst>
                            <p:childTnLst>
                              <p:par>
                                <p:cTn id="75" presetID="10" presetClass="entr" presetSubtype="0" fill="hold" grpId="0" nodeType="after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fade">
                                      <p:cBhvr>
                                        <p:cTn id="77" dur="500"/>
                                        <p:tgtEl>
                                          <p:spTgt spid="57"/>
                                        </p:tgtEl>
                                      </p:cBhvr>
                                    </p:animEffect>
                                  </p:childTnLst>
                                </p:cTn>
                              </p:par>
                            </p:childTnLst>
                          </p:cTn>
                        </p:par>
                        <p:par>
                          <p:cTn id="78" fill="hold">
                            <p:stCondLst>
                              <p:cond delay="7500"/>
                            </p:stCondLst>
                            <p:childTnLst>
                              <p:par>
                                <p:cTn id="79" presetID="22" presetClass="entr" presetSubtype="8" fill="hold" grpId="0" nodeType="after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wipe(left)">
                                      <p:cBhvr>
                                        <p:cTn id="81" dur="750"/>
                                        <p:tgtEl>
                                          <p:spTgt spid="56"/>
                                        </p:tgtEl>
                                      </p:cBhvr>
                                    </p:animEffect>
                                  </p:childTnLst>
                                </p:cTn>
                              </p:par>
                            </p:childTnLst>
                          </p:cTn>
                        </p:par>
                        <p:par>
                          <p:cTn id="82" fill="hold">
                            <p:stCondLst>
                              <p:cond delay="8500"/>
                            </p:stCondLst>
                            <p:childTnLst>
                              <p:par>
                                <p:cTn id="83" presetID="10" presetClass="entr" presetSubtype="0" fill="hold" grpId="0" nodeType="afterEffect">
                                  <p:stCondLst>
                                    <p:cond delay="0"/>
                                  </p:stCondLst>
                                  <p:childTnLst>
                                    <p:set>
                                      <p:cBhvr>
                                        <p:cTn id="84" dur="1" fill="hold">
                                          <p:stCondLst>
                                            <p:cond delay="0"/>
                                          </p:stCondLst>
                                        </p:cTn>
                                        <p:tgtEl>
                                          <p:spTgt spid="58"/>
                                        </p:tgtEl>
                                        <p:attrNameLst>
                                          <p:attrName>style.visibility</p:attrName>
                                        </p:attrNameLst>
                                      </p:cBhvr>
                                      <p:to>
                                        <p:strVal val="visible"/>
                                      </p:to>
                                    </p:set>
                                    <p:animEffect transition="in" filter="fade">
                                      <p:cBhvr>
                                        <p:cTn id="85" dur="500"/>
                                        <p:tgtEl>
                                          <p:spTgt spid="58"/>
                                        </p:tgtEl>
                                      </p:cBhvr>
                                    </p:animEffect>
                                  </p:childTnLst>
                                </p:cTn>
                              </p:par>
                            </p:childTnLst>
                          </p:cTn>
                        </p:par>
                        <p:par>
                          <p:cTn id="86" fill="hold">
                            <p:stCondLst>
                              <p:cond delay="9000"/>
                            </p:stCondLst>
                            <p:childTnLst>
                              <p:par>
                                <p:cTn id="87" presetID="22" presetClass="entr" presetSubtype="2" fill="hold" grpId="0" nodeType="afterEffect">
                                  <p:stCondLst>
                                    <p:cond delay="0"/>
                                  </p:stCondLst>
                                  <p:childTnLst>
                                    <p:set>
                                      <p:cBhvr>
                                        <p:cTn id="88" dur="1" fill="hold">
                                          <p:stCondLst>
                                            <p:cond delay="0"/>
                                          </p:stCondLst>
                                        </p:cTn>
                                        <p:tgtEl>
                                          <p:spTgt spid="61"/>
                                        </p:tgtEl>
                                        <p:attrNameLst>
                                          <p:attrName>style.visibility</p:attrName>
                                        </p:attrNameLst>
                                      </p:cBhvr>
                                      <p:to>
                                        <p:strVal val="visible"/>
                                      </p:to>
                                    </p:set>
                                    <p:animEffect transition="in" filter="wipe(right)">
                                      <p:cBhvr>
                                        <p:cTn id="89" dur="750"/>
                                        <p:tgtEl>
                                          <p:spTgt spid="61"/>
                                        </p:tgtEl>
                                      </p:cBhvr>
                                    </p:animEffect>
                                  </p:childTnLst>
                                </p:cTn>
                              </p:par>
                            </p:childTnLst>
                          </p:cTn>
                        </p:par>
                        <p:par>
                          <p:cTn id="90" fill="hold">
                            <p:stCondLst>
                              <p:cond delay="10000"/>
                            </p:stCondLst>
                            <p:childTnLst>
                              <p:par>
                                <p:cTn id="91" presetID="10" presetClass="entr" presetSubtype="0" fill="hold" grpId="0" nodeType="afterEffect">
                                  <p:stCondLst>
                                    <p:cond delay="0"/>
                                  </p:stCondLst>
                                  <p:childTnLst>
                                    <p:set>
                                      <p:cBhvr>
                                        <p:cTn id="92" dur="1" fill="hold">
                                          <p:stCondLst>
                                            <p:cond delay="0"/>
                                          </p:stCondLst>
                                        </p:cTn>
                                        <p:tgtEl>
                                          <p:spTgt spid="62"/>
                                        </p:tgtEl>
                                        <p:attrNameLst>
                                          <p:attrName>style.visibility</p:attrName>
                                        </p:attrNameLst>
                                      </p:cBhvr>
                                      <p:to>
                                        <p:strVal val="visible"/>
                                      </p:to>
                                    </p:set>
                                    <p:animEffect transition="in" filter="fade">
                                      <p:cBhvr>
                                        <p:cTn id="9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51" grpId="0"/>
      <p:bldP spid="51" grpId="1"/>
      <p:bldP spid="52" grpId="0"/>
      <p:bldP spid="52" grpId="1"/>
      <p:bldP spid="53" grpId="0"/>
      <p:bldP spid="53" grpId="1"/>
      <p:bldP spid="54" grpId="0"/>
      <p:bldP spid="54" grpId="1"/>
      <p:bldP spid="55" grpId="0" animBg="1"/>
      <p:bldP spid="56" grpId="0" animBg="1"/>
      <p:bldP spid="57" grpId="0"/>
      <p:bldP spid="58" grpId="0"/>
      <p:bldP spid="59" grpId="0"/>
      <p:bldP spid="60" grpId="0" animBg="1"/>
      <p:bldP spid="60" grpId="1" animBg="1"/>
      <p:bldP spid="61" grpId="0" animBg="1"/>
      <p:bldP spid="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TextBox 5"/>
          <p:cNvSpPr txBox="1"/>
          <p:nvPr/>
        </p:nvSpPr>
        <p:spPr>
          <a:xfrm>
            <a:off x="2771800" y="2118370"/>
            <a:ext cx="5019248"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系统设计与实现</a:t>
            </a:r>
          </a:p>
        </p:txBody>
      </p:sp>
      <p:sp>
        <p:nvSpPr>
          <p:cNvPr id="7" name="泪滴形 6"/>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3</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u"/>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users\pc\appdata\roaming\360se6\USERDA~1\Temp\HE091_~1.JP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971600" y="1129308"/>
            <a:ext cx="2357637" cy="1673524"/>
          </a:xfrm>
          <a:prstGeom prst="roundRect">
            <a:avLst>
              <a:gd name="adj" fmla="val 8594"/>
            </a:avLst>
          </a:prstGeom>
          <a:solidFill>
            <a:srgbClr val="FFFFFF">
              <a:shade val="85000"/>
            </a:srgbClr>
          </a:solidFill>
          <a:ln>
            <a:solidFill>
              <a:srgbClr val="00B0F0"/>
            </a:solidFill>
          </a:ln>
          <a:effectLst>
            <a:reflection blurRad="12700" stA="38000" endPos="28000" dist="5000" dir="5400000" sy="-100000" algn="bl" rotWithShape="0"/>
          </a:effectLst>
        </p:spPr>
      </p:pic>
      <p:sp>
        <p:nvSpPr>
          <p:cNvPr id="4" name="TextBox 3"/>
          <p:cNvSpPr txBox="1"/>
          <p:nvPr/>
        </p:nvSpPr>
        <p:spPr>
          <a:xfrm>
            <a:off x="1563197" y="3084399"/>
            <a:ext cx="6681211" cy="1327785"/>
          </a:xfrm>
          <a:prstGeom prst="rect">
            <a:avLst/>
          </a:prstGeom>
          <a:noFill/>
        </p:spPr>
        <p:txBody>
          <a:bodyPr wrap="square" rtlCol="0">
            <a:spAutoFit/>
          </a:bodyPr>
          <a:lstStyle/>
          <a:p>
            <a:pPr algn="just"/>
            <a:r>
              <a:rPr lang="zh-CN" altLang="en-US" sz="1600" kern="0" dirty="0">
                <a:solidFill>
                  <a:srgbClr val="EEECE1">
                    <a:lumMod val="10000"/>
                  </a:srgbClr>
                </a:solidFill>
                <a:latin typeface="微软雅黑" panose="020B0503020204020204" pitchFamily="34" charset="-122"/>
                <a:ea typeface="微软雅黑" panose="020B0503020204020204" pitchFamily="34" charset="-122"/>
                <a:sym typeface="+mn-ea"/>
              </a:rPr>
              <a:t>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单击此处添加文字</a:t>
            </a:r>
            <a:endParaRPr lang="zh-CN" altLang="en-US" sz="2400" dirty="0">
              <a:latin typeface="微软雅黑" panose="020B0503020204020204" pitchFamily="34" charset="-122"/>
              <a:ea typeface="微软雅黑" panose="020B0503020204020204" pitchFamily="34" charset="-122"/>
            </a:endParaRPr>
          </a:p>
        </p:txBody>
      </p:sp>
      <p:sp>
        <p:nvSpPr>
          <p:cNvPr id="5" name="TextBox 4"/>
          <p:cNvSpPr txBox="1"/>
          <p:nvPr/>
        </p:nvSpPr>
        <p:spPr>
          <a:xfrm>
            <a:off x="1563197" y="4298126"/>
            <a:ext cx="6681211" cy="738664"/>
          </a:xfrm>
          <a:prstGeom prst="rect">
            <a:avLst/>
          </a:prstGeom>
          <a:noFill/>
        </p:spPr>
        <p:txBody>
          <a:bodyPr wrap="square" rtlCol="0">
            <a:spAutoFit/>
          </a:bodyPr>
          <a:lstStyle/>
          <a:p>
            <a:pPr algn="just"/>
            <a:r>
              <a:rPr lang="en-US" altLang="zh-CN" sz="1050" dirty="0">
                <a:solidFill>
                  <a:schemeClr val="tx2">
                    <a:lumMod val="75000"/>
                  </a:schemeClr>
                </a:solidFill>
              </a:rPr>
              <a:t>I figure the net on August 8, 2008 (the Olympics), belongs to the \"guest\" website, mainly engaged in the original design draft, the original figure of photography, the original illustrations, the original 3 d model, the original flash source files, and other sales. In my graph, designers can get profits by selling the design draft, design company can get work by buy the design draft.</a:t>
            </a:r>
            <a:endParaRPr lang="zh-CN" altLang="en-US" sz="14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6455016" y="2679576"/>
            <a:ext cx="1821901" cy="469077"/>
          </a:xfrm>
          <a:prstGeom prst="rect">
            <a:avLst/>
          </a:prstGeom>
          <a:noFill/>
        </p:spPr>
        <p:txBody>
          <a:bodyPr wrap="square" rtlCol="0">
            <a:spAutoFit/>
          </a:bodyPr>
          <a:lstStyle/>
          <a:p>
            <a:pPr algn="ct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研究方向</a:t>
            </a: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a:t>
            </a:r>
            <a:endParaRPr lang="zh-CN" altLang="en-US" sz="36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8" name="燕尾形 7"/>
          <p:cNvSpPr/>
          <p:nvPr/>
        </p:nvSpPr>
        <p:spPr>
          <a:xfrm>
            <a:off x="6411128" y="2902789"/>
            <a:ext cx="91935" cy="150807"/>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75000"/>
                </a:schemeClr>
              </a:solidFill>
            </a:endParaRPr>
          </a:p>
        </p:txBody>
      </p:sp>
      <p:sp>
        <p:nvSpPr>
          <p:cNvPr id="9" name="燕尾形 8"/>
          <p:cNvSpPr/>
          <p:nvPr/>
        </p:nvSpPr>
        <p:spPr>
          <a:xfrm>
            <a:off x="6319242" y="2902789"/>
            <a:ext cx="91935" cy="150807"/>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75000"/>
                </a:schemeClr>
              </a:solidFill>
            </a:endParaRPr>
          </a:p>
        </p:txBody>
      </p:sp>
      <p:pic>
        <p:nvPicPr>
          <p:cNvPr id="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3707904" y="1816174"/>
            <a:ext cx="1284433" cy="802770"/>
          </a:xfrm>
          <a:prstGeom prst="roundRect">
            <a:avLst>
              <a:gd name="adj" fmla="val 8594"/>
            </a:avLst>
          </a:prstGeom>
          <a:blipFill>
            <a:blip r:embed="rId6" cstate="print"/>
            <a:stretch>
              <a:fillRect l="-26000" r="-8000" b="-5000"/>
            </a:stretch>
          </a:blipFill>
          <a:ln>
            <a:solidFill>
              <a:srgbClr val="00B0F0"/>
            </a:solidFill>
          </a:ln>
          <a:effectLst>
            <a:reflection blurRad="12700" stA="38000" endPos="28000" dist="5000" dir="5400000" sy="-100000" algn="bl" rotWithShape="0"/>
          </a:effectLst>
        </p:spPr>
      </p:pic>
      <p:sp>
        <p:nvSpPr>
          <p:cNvPr id="11" name="TextBox 10"/>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研究方法及过程</a:t>
            </a:r>
          </a:p>
        </p:txBody>
      </p:sp>
    </p:spTree>
  </p:cSld>
  <p:clrMapOvr>
    <a:masterClrMapping/>
  </p:clrMapOvr>
  <p:transition spd="slow" advClick="0" advTm="50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outVertical)">
                                      <p:cBhvr>
                                        <p:cTn id="11" dur="500"/>
                                        <p:tgtEl>
                                          <p:spTgt spid="10"/>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up)">
                                      <p:cBhvr>
                                        <p:cTn id="28" dur="500"/>
                                        <p:tgtEl>
                                          <p:spTgt spid="4"/>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par>
                          <p:cTn id="33" fill="hold">
                            <p:stCondLst>
                              <p:cond delay="3000"/>
                            </p:stCondLst>
                            <p:childTnLst>
                              <p:par>
                                <p:cTn id="34" presetID="42" presetClass="exit" presetSubtype="0" fill="hold" grpId="1" nodeType="afterEffect">
                                  <p:stCondLst>
                                    <p:cond delay="1500"/>
                                  </p:stCondLst>
                                  <p:childTnLst>
                                    <p:animEffect transition="out" filter="fade">
                                      <p:cBhvr>
                                        <p:cTn id="35" dur="500"/>
                                        <p:tgtEl>
                                          <p:spTgt spid="4"/>
                                        </p:tgtEl>
                                      </p:cBhvr>
                                    </p:animEffect>
                                    <p:anim calcmode="lin" valueType="num">
                                      <p:cBhvr>
                                        <p:cTn id="36" dur="500"/>
                                        <p:tgtEl>
                                          <p:spTgt spid="4"/>
                                        </p:tgtEl>
                                        <p:attrNameLst>
                                          <p:attrName>ppt_x</p:attrName>
                                        </p:attrNameLst>
                                      </p:cBhvr>
                                      <p:tavLst>
                                        <p:tav tm="0">
                                          <p:val>
                                            <p:strVal val="ppt_x"/>
                                          </p:val>
                                        </p:tav>
                                        <p:tav tm="100000">
                                          <p:val>
                                            <p:strVal val="ppt_x"/>
                                          </p:val>
                                        </p:tav>
                                      </p:tavLst>
                                    </p:anim>
                                    <p:anim calcmode="lin" valueType="num">
                                      <p:cBhvr>
                                        <p:cTn id="37" dur="500"/>
                                        <p:tgtEl>
                                          <p:spTgt spid="4"/>
                                        </p:tgtEl>
                                        <p:attrNameLst>
                                          <p:attrName>ppt_y</p:attrName>
                                        </p:attrNameLst>
                                      </p:cBhvr>
                                      <p:tavLst>
                                        <p:tav tm="0">
                                          <p:val>
                                            <p:strVal val="ppt_y"/>
                                          </p:val>
                                        </p:tav>
                                        <p:tav tm="100000">
                                          <p:val>
                                            <p:strVal val="ppt_y+.1"/>
                                          </p:val>
                                        </p:tav>
                                      </p:tavLst>
                                    </p:anim>
                                    <p:set>
                                      <p:cBhvr>
                                        <p:cTn id="38" dur="1" fill="hold">
                                          <p:stCondLst>
                                            <p:cond delay="499"/>
                                          </p:stCondLst>
                                        </p:cTn>
                                        <p:tgtEl>
                                          <p:spTgt spid="4"/>
                                        </p:tgtEl>
                                        <p:attrNameLst>
                                          <p:attrName>style.visibility</p:attrName>
                                        </p:attrNameLst>
                                      </p:cBhvr>
                                      <p:to>
                                        <p:strVal val="hidden"/>
                                      </p:to>
                                    </p:set>
                                  </p:childTnLst>
                                </p:cTn>
                              </p:par>
                              <p:par>
                                <p:cTn id="39" presetID="42" presetClass="exit" presetSubtype="0" fill="hold" grpId="1" nodeType="withEffect">
                                  <p:stCondLst>
                                    <p:cond delay="1500"/>
                                  </p:stCondLst>
                                  <p:childTnLst>
                                    <p:animEffect transition="out" filter="fade">
                                      <p:cBhvr>
                                        <p:cTn id="40" dur="500"/>
                                        <p:tgtEl>
                                          <p:spTgt spid="5"/>
                                        </p:tgtEl>
                                      </p:cBhvr>
                                    </p:animEffect>
                                    <p:anim calcmode="lin" valueType="num">
                                      <p:cBhvr>
                                        <p:cTn id="41" dur="500"/>
                                        <p:tgtEl>
                                          <p:spTgt spid="5"/>
                                        </p:tgtEl>
                                        <p:attrNameLst>
                                          <p:attrName>ppt_x</p:attrName>
                                        </p:attrNameLst>
                                      </p:cBhvr>
                                      <p:tavLst>
                                        <p:tav tm="0">
                                          <p:val>
                                            <p:strVal val="ppt_x"/>
                                          </p:val>
                                        </p:tav>
                                        <p:tav tm="100000">
                                          <p:val>
                                            <p:strVal val="ppt_x"/>
                                          </p:val>
                                        </p:tav>
                                      </p:tavLst>
                                    </p:anim>
                                    <p:anim calcmode="lin" valueType="num">
                                      <p:cBhvr>
                                        <p:cTn id="42" dur="500"/>
                                        <p:tgtEl>
                                          <p:spTgt spid="5"/>
                                        </p:tgtEl>
                                        <p:attrNameLst>
                                          <p:attrName>ppt_y</p:attrName>
                                        </p:attrNameLst>
                                      </p:cBhvr>
                                      <p:tavLst>
                                        <p:tav tm="0">
                                          <p:val>
                                            <p:strVal val="ppt_y"/>
                                          </p:val>
                                        </p:tav>
                                        <p:tav tm="100000">
                                          <p:val>
                                            <p:strVal val="ppt_y+.1"/>
                                          </p:val>
                                        </p:tav>
                                      </p:tavLst>
                                    </p:anim>
                                    <p:set>
                                      <p:cBhvr>
                                        <p:cTn id="43" dur="1" fill="hold">
                                          <p:stCondLst>
                                            <p:cond delay="499"/>
                                          </p:stCondLst>
                                        </p:cTn>
                                        <p:tgtEl>
                                          <p:spTgt spid="5"/>
                                        </p:tgtEl>
                                        <p:attrNameLst>
                                          <p:attrName>style.visibility</p:attrName>
                                        </p:attrNameLst>
                                      </p:cBhvr>
                                      <p:to>
                                        <p:strVal val="hidden"/>
                                      </p:to>
                                    </p:set>
                                  </p:childTnLst>
                                </p:cTn>
                              </p:par>
                              <p:par>
                                <p:cTn id="44" presetID="42" presetClass="exit" presetSubtype="0" fill="hold" grpId="1" nodeType="withEffect">
                                  <p:stCondLst>
                                    <p:cond delay="1500"/>
                                  </p:stCondLst>
                                  <p:childTnLst>
                                    <p:animEffect transition="out" filter="fade">
                                      <p:cBhvr>
                                        <p:cTn id="45" dur="500"/>
                                        <p:tgtEl>
                                          <p:spTgt spid="7"/>
                                        </p:tgtEl>
                                      </p:cBhvr>
                                    </p:animEffect>
                                    <p:anim calcmode="lin" valueType="num">
                                      <p:cBhvr>
                                        <p:cTn id="46" dur="500"/>
                                        <p:tgtEl>
                                          <p:spTgt spid="7"/>
                                        </p:tgtEl>
                                        <p:attrNameLst>
                                          <p:attrName>ppt_x</p:attrName>
                                        </p:attrNameLst>
                                      </p:cBhvr>
                                      <p:tavLst>
                                        <p:tav tm="0">
                                          <p:val>
                                            <p:strVal val="ppt_x"/>
                                          </p:val>
                                        </p:tav>
                                        <p:tav tm="100000">
                                          <p:val>
                                            <p:strVal val="ppt_x"/>
                                          </p:val>
                                        </p:tav>
                                      </p:tavLst>
                                    </p:anim>
                                    <p:anim calcmode="lin" valueType="num">
                                      <p:cBhvr>
                                        <p:cTn id="47" dur="500"/>
                                        <p:tgtEl>
                                          <p:spTgt spid="7"/>
                                        </p:tgtEl>
                                        <p:attrNameLst>
                                          <p:attrName>ppt_y</p:attrName>
                                        </p:attrNameLst>
                                      </p:cBhvr>
                                      <p:tavLst>
                                        <p:tav tm="0">
                                          <p:val>
                                            <p:strVal val="ppt_y"/>
                                          </p:val>
                                        </p:tav>
                                        <p:tav tm="100000">
                                          <p:val>
                                            <p:strVal val="ppt_y+.1"/>
                                          </p:val>
                                        </p:tav>
                                      </p:tavLst>
                                    </p:anim>
                                    <p:set>
                                      <p:cBhvr>
                                        <p:cTn id="48" dur="1" fill="hold">
                                          <p:stCondLst>
                                            <p:cond delay="499"/>
                                          </p:stCondLst>
                                        </p:cTn>
                                        <p:tgtEl>
                                          <p:spTgt spid="7"/>
                                        </p:tgtEl>
                                        <p:attrNameLst>
                                          <p:attrName>style.visibility</p:attrName>
                                        </p:attrNameLst>
                                      </p:cBhvr>
                                      <p:to>
                                        <p:strVal val="hidden"/>
                                      </p:to>
                                    </p:set>
                                  </p:childTnLst>
                                </p:cTn>
                              </p:par>
                            </p:childTnLst>
                          </p:cTn>
                        </p:par>
                        <p:par>
                          <p:cTn id="49" fill="hold">
                            <p:stCondLst>
                              <p:cond delay="5000"/>
                            </p:stCondLst>
                            <p:childTnLst>
                              <p:par>
                                <p:cTn id="50" presetID="2" presetClass="exit" presetSubtype="2" fill="hold" grpId="1" nodeType="afterEffect">
                                  <p:stCondLst>
                                    <p:cond delay="0"/>
                                  </p:stCondLst>
                                  <p:childTnLst>
                                    <p:anim calcmode="lin" valueType="num">
                                      <p:cBhvr additive="base">
                                        <p:cTn id="51" dur="500"/>
                                        <p:tgtEl>
                                          <p:spTgt spid="8"/>
                                        </p:tgtEl>
                                        <p:attrNameLst>
                                          <p:attrName>ppt_x</p:attrName>
                                        </p:attrNameLst>
                                      </p:cBhvr>
                                      <p:tavLst>
                                        <p:tav tm="0">
                                          <p:val>
                                            <p:strVal val="ppt_x"/>
                                          </p:val>
                                        </p:tav>
                                        <p:tav tm="100000">
                                          <p:val>
                                            <p:strVal val="1+ppt_w/2"/>
                                          </p:val>
                                        </p:tav>
                                      </p:tavLst>
                                    </p:anim>
                                    <p:anim calcmode="lin" valueType="num">
                                      <p:cBhvr additive="base">
                                        <p:cTn id="52" dur="500"/>
                                        <p:tgtEl>
                                          <p:spTgt spid="8"/>
                                        </p:tgtEl>
                                        <p:attrNameLst>
                                          <p:attrName>ppt_y</p:attrName>
                                        </p:attrNameLst>
                                      </p:cBhvr>
                                      <p:tavLst>
                                        <p:tav tm="0">
                                          <p:val>
                                            <p:strVal val="ppt_y"/>
                                          </p:val>
                                        </p:tav>
                                        <p:tav tm="100000">
                                          <p:val>
                                            <p:strVal val="ppt_y"/>
                                          </p:val>
                                        </p:tav>
                                      </p:tavLst>
                                    </p:anim>
                                    <p:set>
                                      <p:cBhvr>
                                        <p:cTn id="53" dur="1" fill="hold">
                                          <p:stCondLst>
                                            <p:cond delay="499"/>
                                          </p:stCondLst>
                                        </p:cTn>
                                        <p:tgtEl>
                                          <p:spTgt spid="8"/>
                                        </p:tgtEl>
                                        <p:attrNameLst>
                                          <p:attrName>style.visibility</p:attrName>
                                        </p:attrNameLst>
                                      </p:cBhvr>
                                      <p:to>
                                        <p:strVal val="hidden"/>
                                      </p:to>
                                    </p:set>
                                  </p:childTnLst>
                                </p:cTn>
                              </p:par>
                              <p:par>
                                <p:cTn id="54" presetID="2" presetClass="exit" presetSubtype="2" fill="hold" grpId="1" nodeType="withEffect">
                                  <p:stCondLst>
                                    <p:cond delay="0"/>
                                  </p:stCondLst>
                                  <p:childTnLst>
                                    <p:anim calcmode="lin" valueType="num">
                                      <p:cBhvr additive="base">
                                        <p:cTn id="55" dur="500"/>
                                        <p:tgtEl>
                                          <p:spTgt spid="9"/>
                                        </p:tgtEl>
                                        <p:attrNameLst>
                                          <p:attrName>ppt_x</p:attrName>
                                        </p:attrNameLst>
                                      </p:cBhvr>
                                      <p:tavLst>
                                        <p:tav tm="0">
                                          <p:val>
                                            <p:strVal val="ppt_x"/>
                                          </p:val>
                                        </p:tav>
                                        <p:tav tm="100000">
                                          <p:val>
                                            <p:strVal val="1+ppt_w/2"/>
                                          </p:val>
                                        </p:tav>
                                      </p:tavLst>
                                    </p:anim>
                                    <p:anim calcmode="lin" valueType="num">
                                      <p:cBhvr additive="base">
                                        <p:cTn id="56" dur="500"/>
                                        <p:tgtEl>
                                          <p:spTgt spid="9"/>
                                        </p:tgtEl>
                                        <p:attrNameLst>
                                          <p:attrName>ppt_y</p:attrName>
                                        </p:attrNameLst>
                                      </p:cBhvr>
                                      <p:tavLst>
                                        <p:tav tm="0">
                                          <p:val>
                                            <p:strVal val="ppt_y"/>
                                          </p:val>
                                        </p:tav>
                                        <p:tav tm="100000">
                                          <p:val>
                                            <p:strVal val="ppt_y"/>
                                          </p:val>
                                        </p:tav>
                                      </p:tavLst>
                                    </p:anim>
                                    <p:set>
                                      <p:cBhvr>
                                        <p:cTn id="57" dur="1" fill="hold">
                                          <p:stCondLst>
                                            <p:cond delay="499"/>
                                          </p:stCondLst>
                                        </p:cTn>
                                        <p:tgtEl>
                                          <p:spTgt spid="9"/>
                                        </p:tgtEl>
                                        <p:attrNameLst>
                                          <p:attrName>style.visibility</p:attrName>
                                        </p:attrNameLst>
                                      </p:cBhvr>
                                      <p:to>
                                        <p:strVal val="hidden"/>
                                      </p:to>
                                    </p:set>
                                  </p:childTnLst>
                                </p:cTn>
                              </p:par>
                            </p:childTnLst>
                          </p:cTn>
                        </p:par>
                        <p:par>
                          <p:cTn id="58" fill="hold">
                            <p:stCondLst>
                              <p:cond delay="5500"/>
                            </p:stCondLst>
                            <p:childTnLst>
                              <p:par>
                                <p:cTn id="59" presetID="42" presetClass="exit" presetSubtype="0" fill="hold" nodeType="afterEffect">
                                  <p:stCondLst>
                                    <p:cond delay="0"/>
                                  </p:stCondLst>
                                  <p:childTnLst>
                                    <p:animEffect transition="out" filter="fade">
                                      <p:cBhvr>
                                        <p:cTn id="60" dur="1000"/>
                                        <p:tgtEl>
                                          <p:spTgt spid="6"/>
                                        </p:tgtEl>
                                      </p:cBhvr>
                                    </p:animEffect>
                                    <p:anim calcmode="lin" valueType="num">
                                      <p:cBhvr>
                                        <p:cTn id="61" dur="1000"/>
                                        <p:tgtEl>
                                          <p:spTgt spid="6"/>
                                        </p:tgtEl>
                                        <p:attrNameLst>
                                          <p:attrName>ppt_x</p:attrName>
                                        </p:attrNameLst>
                                      </p:cBhvr>
                                      <p:tavLst>
                                        <p:tav tm="0">
                                          <p:val>
                                            <p:strVal val="ppt_x"/>
                                          </p:val>
                                        </p:tav>
                                        <p:tav tm="100000">
                                          <p:val>
                                            <p:strVal val="ppt_x"/>
                                          </p:val>
                                        </p:tav>
                                      </p:tavLst>
                                    </p:anim>
                                    <p:anim calcmode="lin" valueType="num">
                                      <p:cBhvr>
                                        <p:cTn id="62" dur="1000"/>
                                        <p:tgtEl>
                                          <p:spTgt spid="6"/>
                                        </p:tgtEl>
                                        <p:attrNameLst>
                                          <p:attrName>ppt_y</p:attrName>
                                        </p:attrNameLst>
                                      </p:cBhvr>
                                      <p:tavLst>
                                        <p:tav tm="0">
                                          <p:val>
                                            <p:strVal val="ppt_y"/>
                                          </p:val>
                                        </p:tav>
                                        <p:tav tm="100000">
                                          <p:val>
                                            <p:strVal val="ppt_y+.1"/>
                                          </p:val>
                                        </p:tav>
                                      </p:tavLst>
                                    </p:anim>
                                    <p:set>
                                      <p:cBhvr>
                                        <p:cTn id="63"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7" grpId="0"/>
      <p:bldP spid="7" grpId="1"/>
      <p:bldP spid="8" grpId="0" animBg="1"/>
      <p:bldP spid="8" grpId="1" animBg="1"/>
      <p:bldP spid="9" grpId="0" animBg="1"/>
      <p:bldP spid="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研究方法及过程</a:t>
            </a:r>
          </a:p>
        </p:txBody>
      </p:sp>
      <p:sp>
        <p:nvSpPr>
          <p:cNvPr id="26" name="Rectangle 3"/>
          <p:cNvSpPr>
            <a:spLocks noChangeArrowheads="1"/>
          </p:cNvSpPr>
          <p:nvPr/>
        </p:nvSpPr>
        <p:spPr bwMode="auto">
          <a:xfrm>
            <a:off x="3005655" y="771452"/>
            <a:ext cx="1098471" cy="650730"/>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27" name="Rectangle 3"/>
          <p:cNvSpPr>
            <a:spLocks noChangeArrowheads="1"/>
          </p:cNvSpPr>
          <p:nvPr/>
        </p:nvSpPr>
        <p:spPr bwMode="auto">
          <a:xfrm>
            <a:off x="4275559" y="1636754"/>
            <a:ext cx="1416793" cy="839302"/>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28" name="Rectangle 3"/>
          <p:cNvSpPr>
            <a:spLocks noChangeArrowheads="1"/>
          </p:cNvSpPr>
          <p:nvPr/>
        </p:nvSpPr>
        <p:spPr bwMode="auto">
          <a:xfrm>
            <a:off x="2604662" y="2609517"/>
            <a:ext cx="1567990" cy="1021757"/>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宋体" panose="02010600030101010101" pitchFamily="2" charset="-122"/>
            </a:endParaRPr>
          </a:p>
        </p:txBody>
      </p:sp>
      <p:sp>
        <p:nvSpPr>
          <p:cNvPr id="29" name="Rectangle 3"/>
          <p:cNvSpPr>
            <a:spLocks noChangeArrowheads="1"/>
          </p:cNvSpPr>
          <p:nvPr/>
        </p:nvSpPr>
        <p:spPr bwMode="auto">
          <a:xfrm>
            <a:off x="4555082" y="3546010"/>
            <a:ext cx="2122953" cy="1257628"/>
          </a:xfrm>
          <a:prstGeom prst="roundRect">
            <a:avLst>
              <a:gd name="adj" fmla="val 8688"/>
            </a:avLst>
          </a:prstGeom>
          <a:gradFill>
            <a:gsLst>
              <a:gs pos="99000">
                <a:srgbClr val="0070C0"/>
              </a:gs>
              <a:gs pos="0">
                <a:srgbClr val="00B0F0"/>
              </a:gs>
            </a:gsLst>
            <a:lin ang="16200000" scaled="1"/>
          </a:gra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19685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宋体" panose="02010600030101010101" pitchFamily="2" charset="-122"/>
            </a:endParaRPr>
          </a:p>
        </p:txBody>
      </p:sp>
      <p:cxnSp>
        <p:nvCxnSpPr>
          <p:cNvPr id="30" name="直接连接符 29"/>
          <p:cNvCxnSpPr/>
          <p:nvPr/>
        </p:nvCxnSpPr>
        <p:spPr>
          <a:xfrm>
            <a:off x="3900942" y="1417303"/>
            <a:ext cx="741635" cy="461265"/>
          </a:xfrm>
          <a:prstGeom prst="line">
            <a:avLst/>
          </a:prstGeom>
          <a:noFill/>
          <a:ln w="19050" cap="flat" cmpd="sng" algn="ctr">
            <a:solidFill>
              <a:srgbClr val="0070C0"/>
            </a:solidFill>
            <a:prstDash val="sysDot"/>
            <a:headEnd type="none" w="med" len="med"/>
            <a:tailEnd type="triangle" w="med" len="med"/>
          </a:ln>
          <a:effectLst/>
        </p:spPr>
      </p:cxnSp>
      <p:cxnSp>
        <p:nvCxnSpPr>
          <p:cNvPr id="31" name="直接连接符 30"/>
          <p:cNvCxnSpPr/>
          <p:nvPr/>
        </p:nvCxnSpPr>
        <p:spPr>
          <a:xfrm flipH="1">
            <a:off x="3933283" y="2541371"/>
            <a:ext cx="462925" cy="261910"/>
          </a:xfrm>
          <a:prstGeom prst="line">
            <a:avLst/>
          </a:prstGeom>
          <a:noFill/>
          <a:ln w="19050" cap="flat" cmpd="sng" algn="ctr">
            <a:solidFill>
              <a:srgbClr val="0070C0"/>
            </a:solidFill>
            <a:prstDash val="sysDot"/>
            <a:headEnd type="none" w="med" len="med"/>
            <a:tailEnd type="triangle" w="med" len="med"/>
          </a:ln>
          <a:effectLst/>
        </p:spPr>
      </p:cxnSp>
      <p:cxnSp>
        <p:nvCxnSpPr>
          <p:cNvPr id="32" name="直接连接符 31"/>
          <p:cNvCxnSpPr/>
          <p:nvPr/>
        </p:nvCxnSpPr>
        <p:spPr>
          <a:xfrm>
            <a:off x="3900793" y="3477917"/>
            <a:ext cx="970024" cy="549854"/>
          </a:xfrm>
          <a:prstGeom prst="line">
            <a:avLst/>
          </a:prstGeom>
          <a:noFill/>
          <a:ln w="19050" cap="flat" cmpd="sng" algn="ctr">
            <a:solidFill>
              <a:srgbClr val="0070C0"/>
            </a:solidFill>
            <a:prstDash val="sysDot"/>
            <a:headEnd type="none" w="med" len="med"/>
            <a:tailEnd type="triangle" w="med" len="med"/>
          </a:ln>
          <a:effectLst/>
        </p:spPr>
      </p:cxnSp>
      <p:sp>
        <p:nvSpPr>
          <p:cNvPr id="33" name="Rectangle 3"/>
          <p:cNvSpPr>
            <a:spLocks noChangeArrowheads="1"/>
          </p:cNvSpPr>
          <p:nvPr/>
        </p:nvSpPr>
        <p:spPr bwMode="auto">
          <a:xfrm>
            <a:off x="4805217" y="3681381"/>
            <a:ext cx="1613639" cy="955913"/>
          </a:xfrm>
          <a:prstGeom prst="roundRect">
            <a:avLst>
              <a:gd name="adj" fmla="val 8688"/>
            </a:avLst>
          </a:prstGeom>
          <a:solidFill>
            <a:sysClr val="window" lastClr="FFFFFF">
              <a:lumMod val="95000"/>
              <a:alpha val="29000"/>
            </a:sysClr>
          </a:solidFill>
          <a:ln w="34925" cap="flat" cmpd="sng" algn="ctr">
            <a:solidFill>
              <a:srgbClr val="FFFFFF"/>
            </a:solidFill>
            <a:prstDash val="solid"/>
          </a:ln>
          <a:effectLst>
            <a:outerShdw blurRad="317500" dir="2700000" algn="ctr">
              <a:srgbClr val="000000">
                <a:alpha val="23000"/>
              </a:srgbClr>
            </a:outerShdw>
          </a:effectLst>
          <a:scene3d>
            <a:camera prst="isometricTopUp"/>
            <a:lightRig rig="threePt" dir="t"/>
          </a:scene3d>
          <a:sp3d prstMaterial="metal">
            <a:bevelT w="260350" h="50800" prst="softRound"/>
            <a:bevelB w="88900" h="25400" prst="softRound"/>
          </a:sp3d>
        </p:spPr>
        <p:txBody>
          <a:bodyPr rtlCol="0" anchor="ctr"/>
          <a:lstStyle/>
          <a:p>
            <a:pPr marL="0" marR="0" lvl="2" indent="0" algn="ctr" defTabSz="914400" eaLnBrk="1" fontAlgn="ctr" latinLnBrk="0" hangingPunct="1">
              <a:lnSpc>
                <a:spcPct val="100000"/>
              </a:lnSpc>
              <a:spcBef>
                <a:spcPct val="0"/>
              </a:spcBef>
              <a:spcAft>
                <a:spcPct val="0"/>
              </a:spcAft>
              <a:buClr>
                <a:srgbClr val="FF0000"/>
              </a:buClr>
              <a:buSzPct val="70000"/>
              <a:buFont typeface="Wingdings" panose="05000000000000000000" pitchFamily="2" charset="2"/>
              <a:buChar char="u"/>
              <a:tabLst>
                <a:tab pos="136525" algn="l"/>
              </a:tabLst>
              <a:defRPr/>
            </a:pPr>
            <a:endParaRPr kumimoji="0" lang="zh-CN" altLang="en-US" sz="1800" b="0" i="0" u="none" strike="noStrike" kern="0" cap="none" spc="0" normalizeH="0" baseline="0" noProof="0" dirty="0">
              <a:ln>
                <a:noFill/>
              </a:ln>
              <a:solidFill>
                <a:prstClr val="white"/>
              </a:solidFill>
              <a:effectLst/>
              <a:uLnTx/>
              <a:uFillTx/>
              <a:latin typeface="Arial" panose="020B0604020202020204"/>
              <a:ea typeface="宋体" panose="02010600030101010101" pitchFamily="2" charset="-122"/>
            </a:endParaRPr>
          </a:p>
        </p:txBody>
      </p:sp>
      <p:pic>
        <p:nvPicPr>
          <p:cNvPr id="34" name="Picture 28" descr="num11"/>
          <p:cNvPicPr>
            <a:picLocks noChangeAspect="1" noChangeArrowheads="1"/>
          </p:cNvPicPr>
          <p:nvPr/>
        </p:nvPicPr>
        <p:blipFill>
          <a:blip r:embed="rId3" cstate="email"/>
          <a:srcRect/>
          <a:stretch>
            <a:fillRect/>
          </a:stretch>
        </p:blipFill>
        <p:spPr bwMode="auto">
          <a:xfrm>
            <a:off x="4805217" y="3476811"/>
            <a:ext cx="1094376" cy="900552"/>
          </a:xfrm>
          <a:prstGeom prst="rect">
            <a:avLst/>
          </a:prstGeom>
          <a:noFill/>
        </p:spPr>
      </p:pic>
      <p:sp>
        <p:nvSpPr>
          <p:cNvPr id="35" name="Text Box 39"/>
          <p:cNvSpPr txBox="1">
            <a:spLocks noChangeArrowheads="1"/>
          </p:cNvSpPr>
          <p:nvPr/>
        </p:nvSpPr>
        <p:spPr bwMode="auto">
          <a:xfrm rot="19731703">
            <a:off x="2834637" y="982791"/>
            <a:ext cx="1449441" cy="192034"/>
          </a:xfrm>
          <a:prstGeom prst="rect">
            <a:avLst/>
          </a:prstGeom>
          <a:noFill/>
          <a:ln w="9525">
            <a:noFill/>
            <a:miter lim="800000"/>
          </a:ln>
        </p:spPr>
        <p:txBody>
          <a:bodyPr wrap="square">
            <a:spAutoFit/>
          </a:bodyPr>
          <a:lstStyle/>
          <a:p>
            <a:pPr algn="ctr" fontAlgn="base">
              <a:lnSpc>
                <a:spcPct val="120000"/>
              </a:lnSpc>
              <a:spcBef>
                <a:spcPct val="0"/>
              </a:spcBef>
              <a:spcAft>
                <a:spcPct val="0"/>
              </a:spcAft>
            </a:pPr>
            <a:r>
              <a:rPr lang="zh-CN" altLang="en-US" sz="1200" b="1" dirty="0">
                <a:solidFill>
                  <a:prstClr val="white"/>
                </a:solidFill>
                <a:latin typeface="微软雅黑" panose="020B0503020204020204" pitchFamily="34" charset="-122"/>
                <a:ea typeface="微软雅黑" panose="020B0503020204020204" pitchFamily="34" charset="-122"/>
              </a:rPr>
              <a:t>添加文字</a:t>
            </a:r>
          </a:p>
        </p:txBody>
      </p:sp>
      <p:sp>
        <p:nvSpPr>
          <p:cNvPr id="36" name="Text Box 39"/>
          <p:cNvSpPr txBox="1">
            <a:spLocks noChangeArrowheads="1"/>
          </p:cNvSpPr>
          <p:nvPr/>
        </p:nvSpPr>
        <p:spPr bwMode="auto">
          <a:xfrm rot="19731703">
            <a:off x="2615106" y="2961937"/>
            <a:ext cx="1449441" cy="236048"/>
          </a:xfrm>
          <a:prstGeom prst="rect">
            <a:avLst/>
          </a:prstGeom>
          <a:noFill/>
          <a:ln w="9525">
            <a:noFill/>
            <a:miter lim="800000"/>
          </a:ln>
        </p:spPr>
        <p:txBody>
          <a:bodyPr wrap="square">
            <a:spAutoFit/>
          </a:bodyPr>
          <a:lstStyle/>
          <a:p>
            <a:pPr algn="ctr" fontAlgn="base">
              <a:lnSpc>
                <a:spcPct val="120000"/>
              </a:lnSpc>
              <a:spcBef>
                <a:spcPct val="0"/>
              </a:spcBef>
              <a:spcAft>
                <a:spcPct val="0"/>
              </a:spcAft>
            </a:pPr>
            <a:r>
              <a:rPr lang="zh-CN" altLang="en-US" sz="1600" b="1" dirty="0">
                <a:solidFill>
                  <a:prstClr val="white"/>
                </a:solidFill>
                <a:latin typeface="微软雅黑" panose="020B0503020204020204" pitchFamily="34" charset="-122"/>
                <a:ea typeface="微软雅黑" panose="020B0503020204020204" pitchFamily="34" charset="-122"/>
              </a:rPr>
              <a:t>添加文字</a:t>
            </a:r>
          </a:p>
        </p:txBody>
      </p:sp>
      <p:sp>
        <p:nvSpPr>
          <p:cNvPr id="37" name="Text Box 39"/>
          <p:cNvSpPr txBox="1">
            <a:spLocks noChangeArrowheads="1"/>
          </p:cNvSpPr>
          <p:nvPr/>
        </p:nvSpPr>
        <p:spPr bwMode="auto">
          <a:xfrm rot="19731703">
            <a:off x="4422942" y="1890283"/>
            <a:ext cx="1088986" cy="236048"/>
          </a:xfrm>
          <a:prstGeom prst="rect">
            <a:avLst/>
          </a:prstGeom>
          <a:noFill/>
          <a:ln w="9525">
            <a:noFill/>
            <a:miter lim="800000"/>
          </a:ln>
        </p:spPr>
        <p:txBody>
          <a:bodyPr wrap="square">
            <a:spAutoFit/>
          </a:bodyPr>
          <a:lstStyle/>
          <a:p>
            <a:pPr algn="ctr" fontAlgn="base">
              <a:lnSpc>
                <a:spcPct val="120000"/>
              </a:lnSpc>
              <a:spcBef>
                <a:spcPct val="0"/>
              </a:spcBef>
              <a:spcAft>
                <a:spcPct val="0"/>
              </a:spcAft>
            </a:pPr>
            <a:r>
              <a:rPr lang="zh-CN" altLang="en-US" sz="1600" b="1" dirty="0">
                <a:solidFill>
                  <a:prstClr val="white"/>
                </a:solidFill>
                <a:latin typeface="微软雅黑" panose="020B0503020204020204" pitchFamily="34" charset="-122"/>
                <a:ea typeface="微软雅黑" panose="020B0503020204020204" pitchFamily="34" charset="-122"/>
              </a:rPr>
              <a:t>添加文字</a:t>
            </a:r>
          </a:p>
        </p:txBody>
      </p:sp>
      <p:sp>
        <p:nvSpPr>
          <p:cNvPr id="38" name="Text Box 39"/>
          <p:cNvSpPr txBox="1">
            <a:spLocks noChangeArrowheads="1"/>
          </p:cNvSpPr>
          <p:nvPr/>
        </p:nvSpPr>
        <p:spPr bwMode="auto">
          <a:xfrm>
            <a:off x="5669292" y="1273324"/>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39" name="Text Box 39"/>
          <p:cNvSpPr txBox="1">
            <a:spLocks noChangeArrowheads="1"/>
          </p:cNvSpPr>
          <p:nvPr/>
        </p:nvSpPr>
        <p:spPr bwMode="auto">
          <a:xfrm>
            <a:off x="5669292" y="1479415"/>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0" name="Text Box 39"/>
          <p:cNvSpPr txBox="1">
            <a:spLocks noChangeArrowheads="1"/>
          </p:cNvSpPr>
          <p:nvPr/>
        </p:nvSpPr>
        <p:spPr bwMode="auto">
          <a:xfrm>
            <a:off x="899592" y="1703888"/>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1" name="Text Box 39"/>
          <p:cNvSpPr txBox="1">
            <a:spLocks noChangeArrowheads="1"/>
          </p:cNvSpPr>
          <p:nvPr/>
        </p:nvSpPr>
        <p:spPr bwMode="auto">
          <a:xfrm>
            <a:off x="899592" y="1909979"/>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2" name="Text Box 39"/>
          <p:cNvSpPr txBox="1">
            <a:spLocks noChangeArrowheads="1"/>
          </p:cNvSpPr>
          <p:nvPr/>
        </p:nvSpPr>
        <p:spPr bwMode="auto">
          <a:xfrm>
            <a:off x="1205720" y="4087828"/>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3" name="Text Box 39"/>
          <p:cNvSpPr txBox="1">
            <a:spLocks noChangeArrowheads="1"/>
          </p:cNvSpPr>
          <p:nvPr/>
        </p:nvSpPr>
        <p:spPr bwMode="auto">
          <a:xfrm>
            <a:off x="1205720" y="4293919"/>
            <a:ext cx="2287084" cy="278281"/>
          </a:xfrm>
          <a:prstGeom prst="rect">
            <a:avLst/>
          </a:prstGeom>
          <a:noFill/>
          <a:ln w="9525">
            <a:noFill/>
            <a:miter lim="800000"/>
          </a:ln>
          <a:scene3d>
            <a:camera prst="orthographicFront"/>
            <a:lightRig rig="threePt" dir="t"/>
          </a:scene3d>
        </p:spPr>
        <p:txBody>
          <a:bodyPr wrap="square">
            <a:spAutoFit/>
          </a:bodyPr>
          <a:lstStyle/>
          <a:p>
            <a:pPr algn="ctr" fontAlgn="base">
              <a:lnSpc>
                <a:spcPct val="120000"/>
              </a:lnSpc>
              <a:spcBef>
                <a:spcPct val="0"/>
              </a:spcBef>
              <a:spcAft>
                <a:spcPct val="0"/>
              </a:spcAft>
            </a:pPr>
            <a:r>
              <a:rPr lang="zh-CN" altLang="en-US" sz="1100" dirty="0">
                <a:solidFill>
                  <a:prstClr val="black"/>
                </a:solidFill>
                <a:latin typeface="微软雅黑" panose="020B0503020204020204" pitchFamily="34" charset="-122"/>
                <a:ea typeface="微软雅黑" panose="020B0503020204020204" pitchFamily="34" charset="-122"/>
              </a:rPr>
              <a:t>点击此处添加内容此处添加内容</a:t>
            </a:r>
            <a:endParaRPr lang="en-US" altLang="zh-CN" sz="1100" dirty="0">
              <a:solidFill>
                <a:prstClr val="black"/>
              </a:solidFill>
              <a:latin typeface="微软雅黑" panose="020B0503020204020204" pitchFamily="34" charset="-122"/>
              <a:ea typeface="微软雅黑" panose="020B0503020204020204" pitchFamily="34" charset="-122"/>
            </a:endParaRPr>
          </a:p>
        </p:txBody>
      </p:sp>
      <p:sp>
        <p:nvSpPr>
          <p:cNvPr id="44" name="对角圆角矩形 43"/>
          <p:cNvSpPr/>
          <p:nvPr/>
        </p:nvSpPr>
        <p:spPr>
          <a:xfrm>
            <a:off x="1547664" y="913284"/>
            <a:ext cx="1185886" cy="788036"/>
          </a:xfrm>
          <a:prstGeom prst="round2DiagRect">
            <a:avLst/>
          </a:prstGeom>
          <a:blipFill>
            <a:blip r:embed="rId4" cstate="print"/>
            <a:stretch>
              <a:fillRect l="-9000" t="-6000" r="-28000" b="-7000"/>
            </a:stretch>
          </a:blipFill>
          <a:ln w="15875" cap="flat" cmpd="sng" algn="ctr">
            <a:solidFill>
              <a:srgbClr val="0070C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45" name="对角圆角矩形 44"/>
          <p:cNvSpPr/>
          <p:nvPr/>
        </p:nvSpPr>
        <p:spPr>
          <a:xfrm>
            <a:off x="6203034" y="1799829"/>
            <a:ext cx="1252516" cy="832311"/>
          </a:xfrm>
          <a:prstGeom prst="round2DiagRect">
            <a:avLst/>
          </a:prstGeom>
          <a:blipFill>
            <a:blip r:embed="rId5" cstate="print"/>
            <a:stretch>
              <a:fillRect l="-9000" t="-6000" r="-28000" b="-7000"/>
            </a:stretch>
          </a:blipFill>
          <a:ln w="15875" cap="flat" cmpd="sng" algn="ctr">
            <a:solidFill>
              <a:srgbClr val="0070C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
        <p:nvSpPr>
          <p:cNvPr id="46" name="对角圆角矩形 45"/>
          <p:cNvSpPr/>
          <p:nvPr/>
        </p:nvSpPr>
        <p:spPr>
          <a:xfrm>
            <a:off x="1043608" y="3195929"/>
            <a:ext cx="1285425" cy="854180"/>
          </a:xfrm>
          <a:prstGeom prst="round2DiagRect">
            <a:avLst/>
          </a:prstGeom>
          <a:blipFill>
            <a:blip r:embed="rId6" cstate="print"/>
            <a:stretch>
              <a:fillRect l="-9000" t="-6000" r="-28000" b="-7000"/>
            </a:stretch>
          </a:blipFill>
          <a:ln w="15875" cap="flat" cmpd="sng" algn="ctr">
            <a:solidFill>
              <a:srgbClr val="0070C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panose="020B0604020202020204"/>
              <a:ea typeface="宋体" panose="02010600030101010101" pitchFamily="2" charset="-122"/>
            </a:endParaRPr>
          </a:p>
        </p:txBody>
      </p:sp>
    </p:spTree>
  </p:cSld>
  <p:clrMapOvr>
    <a:masterClrMapping/>
  </p:clrMapOvr>
  <p:transition spd="slow" advClick="0" advTm="6000">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41"/>
                                        </p:tgtEl>
                                        <p:attrNameLst>
                                          <p:attrName>style.visibility</p:attrName>
                                        </p:attrNameLst>
                                      </p:cBhvr>
                                      <p:to>
                                        <p:strVal val="visible"/>
                                      </p:to>
                                    </p:set>
                                    <p:anim calcmode="lin" valueType="num">
                                      <p:cBhvr additive="base">
                                        <p:cTn id="18" dur="500" fill="hold"/>
                                        <p:tgtEl>
                                          <p:spTgt spid="41"/>
                                        </p:tgtEl>
                                        <p:attrNameLst>
                                          <p:attrName>ppt_x</p:attrName>
                                        </p:attrNameLst>
                                      </p:cBhvr>
                                      <p:tavLst>
                                        <p:tav tm="0">
                                          <p:val>
                                            <p:strVal val="0-#ppt_w/2"/>
                                          </p:val>
                                        </p:tav>
                                        <p:tav tm="100000">
                                          <p:val>
                                            <p:strVal val="#ppt_x"/>
                                          </p:val>
                                        </p:tav>
                                      </p:tavLst>
                                    </p:anim>
                                    <p:anim calcmode="lin" valueType="num">
                                      <p:cBhvr additive="base">
                                        <p:cTn id="19" dur="500" fill="hold"/>
                                        <p:tgtEl>
                                          <p:spTgt spid="41"/>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additive="base">
                                        <p:cTn id="22" dur="500" fill="hold"/>
                                        <p:tgtEl>
                                          <p:spTgt spid="40"/>
                                        </p:tgtEl>
                                        <p:attrNameLst>
                                          <p:attrName>ppt_x</p:attrName>
                                        </p:attrNameLst>
                                      </p:cBhvr>
                                      <p:tavLst>
                                        <p:tav tm="0">
                                          <p:val>
                                            <p:strVal val="0-#ppt_w/2"/>
                                          </p:val>
                                        </p:tav>
                                        <p:tav tm="100000">
                                          <p:val>
                                            <p:strVal val="#ppt_x"/>
                                          </p:val>
                                        </p:tav>
                                      </p:tavLst>
                                    </p:anim>
                                    <p:anim calcmode="lin" valueType="num">
                                      <p:cBhvr additive="base">
                                        <p:cTn id="23" dur="500" fill="hold"/>
                                        <p:tgtEl>
                                          <p:spTgt spid="40"/>
                                        </p:tgtEl>
                                        <p:attrNameLst>
                                          <p:attrName>ppt_y</p:attrName>
                                        </p:attrNameLst>
                                      </p:cBhvr>
                                      <p:tavLst>
                                        <p:tav tm="0">
                                          <p:val>
                                            <p:strVal val="#ppt_y"/>
                                          </p:val>
                                        </p:tav>
                                        <p:tav tm="100000">
                                          <p:val>
                                            <p:strVal val="#ppt_y"/>
                                          </p:val>
                                        </p:tav>
                                      </p:tavLst>
                                    </p:anim>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p:cTn id="27" dur="200" fill="hold"/>
                                        <p:tgtEl>
                                          <p:spTgt spid="44"/>
                                        </p:tgtEl>
                                        <p:attrNameLst>
                                          <p:attrName>ppt_w</p:attrName>
                                        </p:attrNameLst>
                                      </p:cBhvr>
                                      <p:tavLst>
                                        <p:tav tm="0">
                                          <p:val>
                                            <p:fltVal val="0"/>
                                          </p:val>
                                        </p:tav>
                                        <p:tav tm="100000">
                                          <p:val>
                                            <p:strVal val="#ppt_w"/>
                                          </p:val>
                                        </p:tav>
                                      </p:tavLst>
                                    </p:anim>
                                    <p:anim calcmode="lin" valueType="num">
                                      <p:cBhvr>
                                        <p:cTn id="28" dur="200" fill="hold"/>
                                        <p:tgtEl>
                                          <p:spTgt spid="44"/>
                                        </p:tgtEl>
                                        <p:attrNameLst>
                                          <p:attrName>ppt_h</p:attrName>
                                        </p:attrNameLst>
                                      </p:cBhvr>
                                      <p:tavLst>
                                        <p:tav tm="0">
                                          <p:val>
                                            <p:fltVal val="0"/>
                                          </p:val>
                                        </p:tav>
                                        <p:tav tm="100000">
                                          <p:val>
                                            <p:strVal val="#ppt_h"/>
                                          </p:val>
                                        </p:tav>
                                      </p:tavLst>
                                    </p:anim>
                                    <p:animEffect transition="in" filter="fade">
                                      <p:cBhvr>
                                        <p:cTn id="29" dur="200"/>
                                        <p:tgtEl>
                                          <p:spTgt spid="44"/>
                                        </p:tgtEl>
                                      </p:cBhvr>
                                    </p:animEffect>
                                  </p:childTnLst>
                                </p:cTn>
                              </p:par>
                            </p:childTnLst>
                          </p:cTn>
                        </p:par>
                        <p:par>
                          <p:cTn id="30" fill="hold">
                            <p:stCondLst>
                              <p:cond delay="2000"/>
                            </p:stCondLst>
                            <p:childTnLst>
                              <p:par>
                                <p:cTn id="31" presetID="6" presetClass="emph" presetSubtype="0" fill="hold" grpId="1" nodeType="afterEffect">
                                  <p:stCondLst>
                                    <p:cond delay="0"/>
                                  </p:stCondLst>
                                  <p:childTnLst>
                                    <p:animScale>
                                      <p:cBhvr>
                                        <p:cTn id="32" dur="100" fill="hold"/>
                                        <p:tgtEl>
                                          <p:spTgt spid="44"/>
                                        </p:tgtEl>
                                      </p:cBhvr>
                                      <p:by x="115000" y="115000"/>
                                    </p:animScale>
                                  </p:childTnLst>
                                </p:cTn>
                              </p:par>
                              <p:par>
                                <p:cTn id="33" presetID="6" presetClass="emph" presetSubtype="0" fill="hold" grpId="2" nodeType="withEffect">
                                  <p:stCondLst>
                                    <p:cond delay="200"/>
                                  </p:stCondLst>
                                  <p:childTnLst>
                                    <p:animScale>
                                      <p:cBhvr>
                                        <p:cTn id="34" dur="100" fill="hold"/>
                                        <p:tgtEl>
                                          <p:spTgt spid="44"/>
                                        </p:tgtEl>
                                      </p:cBhvr>
                                      <p:by x="85000" y="85000"/>
                                    </p:animScale>
                                  </p:childTnLst>
                                </p:cTn>
                              </p:par>
                            </p:childTnLst>
                          </p:cTn>
                        </p:par>
                        <p:par>
                          <p:cTn id="35" fill="hold">
                            <p:stCondLst>
                              <p:cond delay="2500"/>
                            </p:stCondLst>
                            <p:childTnLst>
                              <p:par>
                                <p:cTn id="36" presetID="6" presetClass="emph" presetSubtype="0" fill="hold" grpId="3" nodeType="afterEffect">
                                  <p:stCondLst>
                                    <p:cond delay="0"/>
                                  </p:stCondLst>
                                  <p:childTnLst>
                                    <p:animScale>
                                      <p:cBhvr>
                                        <p:cTn id="37" dur="100" fill="hold"/>
                                        <p:tgtEl>
                                          <p:spTgt spid="44"/>
                                        </p:tgtEl>
                                      </p:cBhvr>
                                      <p:by x="105000" y="105000"/>
                                    </p:animScale>
                                  </p:childTnLst>
                                </p:cTn>
                              </p:par>
                              <p:par>
                                <p:cTn id="38" presetID="6" presetClass="emph" presetSubtype="0" fill="hold" grpId="4" nodeType="withEffect">
                                  <p:stCondLst>
                                    <p:cond delay="200"/>
                                  </p:stCondLst>
                                  <p:childTnLst>
                                    <p:animScale>
                                      <p:cBhvr>
                                        <p:cTn id="39" dur="100" fill="hold"/>
                                        <p:tgtEl>
                                          <p:spTgt spid="44"/>
                                        </p:tgtEl>
                                      </p:cBhvr>
                                      <p:by x="95000" y="95000"/>
                                    </p:animScale>
                                  </p:childTnLst>
                                </p:cTn>
                              </p:par>
                            </p:childTnLst>
                          </p:cTn>
                        </p:par>
                        <p:par>
                          <p:cTn id="40" fill="hold">
                            <p:stCondLst>
                              <p:cond delay="3000"/>
                            </p:stCondLst>
                            <p:childTnLst>
                              <p:par>
                                <p:cTn id="41" presetID="22" presetClass="entr" presetSubtype="8" fill="hold" nodeType="after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left)">
                                      <p:cBhvr>
                                        <p:cTn id="43" dur="500"/>
                                        <p:tgtEl>
                                          <p:spTgt spid="30"/>
                                        </p:tgtEl>
                                      </p:cBhvr>
                                    </p:animEffect>
                                  </p:childTnLst>
                                </p:cTn>
                              </p:par>
                            </p:childTnLst>
                          </p:cTn>
                        </p:par>
                        <p:par>
                          <p:cTn id="44" fill="hold">
                            <p:stCondLst>
                              <p:cond delay="3500"/>
                            </p:stCondLst>
                            <p:childTnLst>
                              <p:par>
                                <p:cTn id="45" presetID="42" presetClass="entr" presetSubtype="0"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1000"/>
                                        <p:tgtEl>
                                          <p:spTgt spid="37"/>
                                        </p:tgtEl>
                                      </p:cBhvr>
                                    </p:animEffect>
                                    <p:anim calcmode="lin" valueType="num">
                                      <p:cBhvr>
                                        <p:cTn id="48" dur="1000" fill="hold"/>
                                        <p:tgtEl>
                                          <p:spTgt spid="37"/>
                                        </p:tgtEl>
                                        <p:attrNameLst>
                                          <p:attrName>ppt_x</p:attrName>
                                        </p:attrNameLst>
                                      </p:cBhvr>
                                      <p:tavLst>
                                        <p:tav tm="0">
                                          <p:val>
                                            <p:strVal val="#ppt_x"/>
                                          </p:val>
                                        </p:tav>
                                        <p:tav tm="100000">
                                          <p:val>
                                            <p:strVal val="#ppt_x"/>
                                          </p:val>
                                        </p:tav>
                                      </p:tavLst>
                                    </p:anim>
                                    <p:anim calcmode="lin" valueType="num">
                                      <p:cBhvr>
                                        <p:cTn id="49" dur="1000" fill="hold"/>
                                        <p:tgtEl>
                                          <p:spTgt spid="37"/>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childTnLst>
                          </p:cTn>
                        </p:par>
                        <p:par>
                          <p:cTn id="55" fill="hold">
                            <p:stCondLst>
                              <p:cond delay="4500"/>
                            </p:stCondLst>
                            <p:childTnLst>
                              <p:par>
                                <p:cTn id="56" presetID="2" presetClass="entr" presetSubtype="2" fill="hold" grpId="0" nodeType="afterEffect">
                                  <p:stCondLst>
                                    <p:cond delay="0"/>
                                  </p:stCondLst>
                                  <p:childTnLst>
                                    <p:set>
                                      <p:cBhvr>
                                        <p:cTn id="57" dur="1" fill="hold">
                                          <p:stCondLst>
                                            <p:cond delay="0"/>
                                          </p:stCondLst>
                                        </p:cTn>
                                        <p:tgtEl>
                                          <p:spTgt spid="39"/>
                                        </p:tgtEl>
                                        <p:attrNameLst>
                                          <p:attrName>style.visibility</p:attrName>
                                        </p:attrNameLst>
                                      </p:cBhvr>
                                      <p:to>
                                        <p:strVal val="visible"/>
                                      </p:to>
                                    </p:set>
                                    <p:anim calcmode="lin" valueType="num">
                                      <p:cBhvr additive="base">
                                        <p:cTn id="58" dur="500" fill="hold"/>
                                        <p:tgtEl>
                                          <p:spTgt spid="39"/>
                                        </p:tgtEl>
                                        <p:attrNameLst>
                                          <p:attrName>ppt_x</p:attrName>
                                        </p:attrNameLst>
                                      </p:cBhvr>
                                      <p:tavLst>
                                        <p:tav tm="0">
                                          <p:val>
                                            <p:strVal val="1+#ppt_w/2"/>
                                          </p:val>
                                        </p:tav>
                                        <p:tav tm="100000">
                                          <p:val>
                                            <p:strVal val="#ppt_x"/>
                                          </p:val>
                                        </p:tav>
                                      </p:tavLst>
                                    </p:anim>
                                    <p:anim calcmode="lin" valueType="num">
                                      <p:cBhvr additive="base">
                                        <p:cTn id="59" dur="500" fill="hold"/>
                                        <p:tgtEl>
                                          <p:spTgt spid="39"/>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38"/>
                                        </p:tgtEl>
                                        <p:attrNameLst>
                                          <p:attrName>style.visibility</p:attrName>
                                        </p:attrNameLst>
                                      </p:cBhvr>
                                      <p:to>
                                        <p:strVal val="visible"/>
                                      </p:to>
                                    </p:set>
                                    <p:anim calcmode="lin" valueType="num">
                                      <p:cBhvr additive="base">
                                        <p:cTn id="62" dur="500" fill="hold"/>
                                        <p:tgtEl>
                                          <p:spTgt spid="38"/>
                                        </p:tgtEl>
                                        <p:attrNameLst>
                                          <p:attrName>ppt_x</p:attrName>
                                        </p:attrNameLst>
                                      </p:cBhvr>
                                      <p:tavLst>
                                        <p:tav tm="0">
                                          <p:val>
                                            <p:strVal val="1+#ppt_w/2"/>
                                          </p:val>
                                        </p:tav>
                                        <p:tav tm="100000">
                                          <p:val>
                                            <p:strVal val="#ppt_x"/>
                                          </p:val>
                                        </p:tav>
                                      </p:tavLst>
                                    </p:anim>
                                    <p:anim calcmode="lin" valueType="num">
                                      <p:cBhvr additive="base">
                                        <p:cTn id="63" dur="500" fill="hold"/>
                                        <p:tgtEl>
                                          <p:spTgt spid="38"/>
                                        </p:tgtEl>
                                        <p:attrNameLst>
                                          <p:attrName>ppt_y</p:attrName>
                                        </p:attrNameLst>
                                      </p:cBhvr>
                                      <p:tavLst>
                                        <p:tav tm="0">
                                          <p:val>
                                            <p:strVal val="#ppt_y"/>
                                          </p:val>
                                        </p:tav>
                                        <p:tav tm="100000">
                                          <p:val>
                                            <p:strVal val="#ppt_y"/>
                                          </p:val>
                                        </p:tav>
                                      </p:tavLst>
                                    </p:anim>
                                  </p:childTnLst>
                                </p:cTn>
                              </p:par>
                            </p:childTnLst>
                          </p:cTn>
                        </p:par>
                        <p:par>
                          <p:cTn id="64" fill="hold">
                            <p:stCondLst>
                              <p:cond delay="5000"/>
                            </p:stCondLst>
                            <p:childTnLst>
                              <p:par>
                                <p:cTn id="65" presetID="53" presetClass="entr" presetSubtype="16"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p:cTn id="67" dur="200" fill="hold"/>
                                        <p:tgtEl>
                                          <p:spTgt spid="45"/>
                                        </p:tgtEl>
                                        <p:attrNameLst>
                                          <p:attrName>ppt_w</p:attrName>
                                        </p:attrNameLst>
                                      </p:cBhvr>
                                      <p:tavLst>
                                        <p:tav tm="0">
                                          <p:val>
                                            <p:fltVal val="0"/>
                                          </p:val>
                                        </p:tav>
                                        <p:tav tm="100000">
                                          <p:val>
                                            <p:strVal val="#ppt_w"/>
                                          </p:val>
                                        </p:tav>
                                      </p:tavLst>
                                    </p:anim>
                                    <p:anim calcmode="lin" valueType="num">
                                      <p:cBhvr>
                                        <p:cTn id="68" dur="200" fill="hold"/>
                                        <p:tgtEl>
                                          <p:spTgt spid="45"/>
                                        </p:tgtEl>
                                        <p:attrNameLst>
                                          <p:attrName>ppt_h</p:attrName>
                                        </p:attrNameLst>
                                      </p:cBhvr>
                                      <p:tavLst>
                                        <p:tav tm="0">
                                          <p:val>
                                            <p:fltVal val="0"/>
                                          </p:val>
                                        </p:tav>
                                        <p:tav tm="100000">
                                          <p:val>
                                            <p:strVal val="#ppt_h"/>
                                          </p:val>
                                        </p:tav>
                                      </p:tavLst>
                                    </p:anim>
                                    <p:animEffect transition="in" filter="fade">
                                      <p:cBhvr>
                                        <p:cTn id="69" dur="200"/>
                                        <p:tgtEl>
                                          <p:spTgt spid="45"/>
                                        </p:tgtEl>
                                      </p:cBhvr>
                                    </p:animEffect>
                                  </p:childTnLst>
                                </p:cTn>
                              </p:par>
                            </p:childTnLst>
                          </p:cTn>
                        </p:par>
                        <p:par>
                          <p:cTn id="70" fill="hold">
                            <p:stCondLst>
                              <p:cond delay="5500"/>
                            </p:stCondLst>
                            <p:childTnLst>
                              <p:par>
                                <p:cTn id="71" presetID="6" presetClass="emph" presetSubtype="0" fill="hold" grpId="1" nodeType="afterEffect">
                                  <p:stCondLst>
                                    <p:cond delay="0"/>
                                  </p:stCondLst>
                                  <p:childTnLst>
                                    <p:animScale>
                                      <p:cBhvr>
                                        <p:cTn id="72" dur="100" fill="hold"/>
                                        <p:tgtEl>
                                          <p:spTgt spid="45"/>
                                        </p:tgtEl>
                                      </p:cBhvr>
                                      <p:by x="115000" y="115000"/>
                                    </p:animScale>
                                  </p:childTnLst>
                                </p:cTn>
                              </p:par>
                              <p:par>
                                <p:cTn id="73" presetID="6" presetClass="emph" presetSubtype="0" fill="hold" grpId="2" nodeType="withEffect">
                                  <p:stCondLst>
                                    <p:cond delay="200"/>
                                  </p:stCondLst>
                                  <p:childTnLst>
                                    <p:animScale>
                                      <p:cBhvr>
                                        <p:cTn id="74" dur="100" fill="hold"/>
                                        <p:tgtEl>
                                          <p:spTgt spid="45"/>
                                        </p:tgtEl>
                                      </p:cBhvr>
                                      <p:by x="85000" y="85000"/>
                                    </p:animScale>
                                  </p:childTnLst>
                                </p:cTn>
                              </p:par>
                            </p:childTnLst>
                          </p:cTn>
                        </p:par>
                        <p:par>
                          <p:cTn id="75" fill="hold">
                            <p:stCondLst>
                              <p:cond delay="6000"/>
                            </p:stCondLst>
                            <p:childTnLst>
                              <p:par>
                                <p:cTn id="76" presetID="6" presetClass="emph" presetSubtype="0" fill="hold" grpId="3" nodeType="afterEffect">
                                  <p:stCondLst>
                                    <p:cond delay="0"/>
                                  </p:stCondLst>
                                  <p:childTnLst>
                                    <p:animScale>
                                      <p:cBhvr>
                                        <p:cTn id="77" dur="100" fill="hold"/>
                                        <p:tgtEl>
                                          <p:spTgt spid="45"/>
                                        </p:tgtEl>
                                      </p:cBhvr>
                                      <p:by x="105000" y="105000"/>
                                    </p:animScale>
                                  </p:childTnLst>
                                </p:cTn>
                              </p:par>
                              <p:par>
                                <p:cTn id="78" presetID="6" presetClass="emph" presetSubtype="0" fill="hold" grpId="4" nodeType="withEffect">
                                  <p:stCondLst>
                                    <p:cond delay="200"/>
                                  </p:stCondLst>
                                  <p:childTnLst>
                                    <p:animScale>
                                      <p:cBhvr>
                                        <p:cTn id="79" dur="100" fill="hold"/>
                                        <p:tgtEl>
                                          <p:spTgt spid="45"/>
                                        </p:tgtEl>
                                      </p:cBhvr>
                                      <p:by x="95000" y="95000"/>
                                    </p:animScale>
                                  </p:childTnLst>
                                </p:cTn>
                              </p:par>
                            </p:childTnLst>
                          </p:cTn>
                        </p:par>
                        <p:par>
                          <p:cTn id="80" fill="hold">
                            <p:stCondLst>
                              <p:cond delay="6500"/>
                            </p:stCondLst>
                            <p:childTnLst>
                              <p:par>
                                <p:cTn id="81" presetID="22" presetClass="entr" presetSubtype="2" fill="hold"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wipe(right)">
                                      <p:cBhvr>
                                        <p:cTn id="83" dur="500"/>
                                        <p:tgtEl>
                                          <p:spTgt spid="31"/>
                                        </p:tgtEl>
                                      </p:cBhvr>
                                    </p:animEffect>
                                  </p:childTnLst>
                                </p:cTn>
                              </p:par>
                            </p:childTnLst>
                          </p:cTn>
                        </p:par>
                        <p:par>
                          <p:cTn id="84" fill="hold">
                            <p:stCondLst>
                              <p:cond delay="7000"/>
                            </p:stCondLst>
                            <p:childTnLst>
                              <p:par>
                                <p:cTn id="85" presetID="42" presetClass="entr" presetSubtype="0" fill="hold" grpId="0" nodeType="after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1000"/>
                                        <p:tgtEl>
                                          <p:spTgt spid="36"/>
                                        </p:tgtEl>
                                      </p:cBhvr>
                                    </p:animEffect>
                                    <p:anim calcmode="lin" valueType="num">
                                      <p:cBhvr>
                                        <p:cTn id="88" dur="1000" fill="hold"/>
                                        <p:tgtEl>
                                          <p:spTgt spid="36"/>
                                        </p:tgtEl>
                                        <p:attrNameLst>
                                          <p:attrName>ppt_x</p:attrName>
                                        </p:attrNameLst>
                                      </p:cBhvr>
                                      <p:tavLst>
                                        <p:tav tm="0">
                                          <p:val>
                                            <p:strVal val="#ppt_x"/>
                                          </p:val>
                                        </p:tav>
                                        <p:tav tm="100000">
                                          <p:val>
                                            <p:strVal val="#ppt_x"/>
                                          </p:val>
                                        </p:tav>
                                      </p:tavLst>
                                    </p:anim>
                                    <p:anim calcmode="lin" valueType="num">
                                      <p:cBhvr>
                                        <p:cTn id="89" dur="1000" fill="hold"/>
                                        <p:tgtEl>
                                          <p:spTgt spid="36"/>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1000"/>
                                        <p:tgtEl>
                                          <p:spTgt spid="28"/>
                                        </p:tgtEl>
                                      </p:cBhvr>
                                    </p:animEffect>
                                    <p:anim calcmode="lin" valueType="num">
                                      <p:cBhvr>
                                        <p:cTn id="93" dur="1000" fill="hold"/>
                                        <p:tgtEl>
                                          <p:spTgt spid="28"/>
                                        </p:tgtEl>
                                        <p:attrNameLst>
                                          <p:attrName>ppt_x</p:attrName>
                                        </p:attrNameLst>
                                      </p:cBhvr>
                                      <p:tavLst>
                                        <p:tav tm="0">
                                          <p:val>
                                            <p:strVal val="#ppt_x"/>
                                          </p:val>
                                        </p:tav>
                                        <p:tav tm="100000">
                                          <p:val>
                                            <p:strVal val="#ppt_x"/>
                                          </p:val>
                                        </p:tav>
                                      </p:tavLst>
                                    </p:anim>
                                    <p:anim calcmode="lin" valueType="num">
                                      <p:cBhvr>
                                        <p:cTn id="94" dur="1000" fill="hold"/>
                                        <p:tgtEl>
                                          <p:spTgt spid="28"/>
                                        </p:tgtEl>
                                        <p:attrNameLst>
                                          <p:attrName>ppt_y</p:attrName>
                                        </p:attrNameLst>
                                      </p:cBhvr>
                                      <p:tavLst>
                                        <p:tav tm="0">
                                          <p:val>
                                            <p:strVal val="#ppt_y+.1"/>
                                          </p:val>
                                        </p:tav>
                                        <p:tav tm="100000">
                                          <p:val>
                                            <p:strVal val="#ppt_y"/>
                                          </p:val>
                                        </p:tav>
                                      </p:tavLst>
                                    </p:anim>
                                  </p:childTnLst>
                                </p:cTn>
                              </p:par>
                            </p:childTnLst>
                          </p:cTn>
                        </p:par>
                        <p:par>
                          <p:cTn id="95" fill="hold">
                            <p:stCondLst>
                              <p:cond delay="8000"/>
                            </p:stCondLst>
                            <p:childTnLst>
                              <p:par>
                                <p:cTn id="96" presetID="2" presetClass="entr" presetSubtype="8" fill="hold" grpId="0" nodeType="afterEffect">
                                  <p:stCondLst>
                                    <p:cond delay="0"/>
                                  </p:stCondLst>
                                  <p:childTnLst>
                                    <p:set>
                                      <p:cBhvr>
                                        <p:cTn id="97" dur="1" fill="hold">
                                          <p:stCondLst>
                                            <p:cond delay="0"/>
                                          </p:stCondLst>
                                        </p:cTn>
                                        <p:tgtEl>
                                          <p:spTgt spid="42"/>
                                        </p:tgtEl>
                                        <p:attrNameLst>
                                          <p:attrName>style.visibility</p:attrName>
                                        </p:attrNameLst>
                                      </p:cBhvr>
                                      <p:to>
                                        <p:strVal val="visible"/>
                                      </p:to>
                                    </p:set>
                                    <p:anim calcmode="lin" valueType="num">
                                      <p:cBhvr additive="base">
                                        <p:cTn id="98" dur="500" fill="hold"/>
                                        <p:tgtEl>
                                          <p:spTgt spid="42"/>
                                        </p:tgtEl>
                                        <p:attrNameLst>
                                          <p:attrName>ppt_x</p:attrName>
                                        </p:attrNameLst>
                                      </p:cBhvr>
                                      <p:tavLst>
                                        <p:tav tm="0">
                                          <p:val>
                                            <p:strVal val="0-#ppt_w/2"/>
                                          </p:val>
                                        </p:tav>
                                        <p:tav tm="100000">
                                          <p:val>
                                            <p:strVal val="#ppt_x"/>
                                          </p:val>
                                        </p:tav>
                                      </p:tavLst>
                                    </p:anim>
                                    <p:anim calcmode="lin" valueType="num">
                                      <p:cBhvr additive="base">
                                        <p:cTn id="99" dur="500" fill="hold"/>
                                        <p:tgtEl>
                                          <p:spTgt spid="42"/>
                                        </p:tgtEl>
                                        <p:attrNameLst>
                                          <p:attrName>ppt_y</p:attrName>
                                        </p:attrNameLst>
                                      </p:cBhvr>
                                      <p:tavLst>
                                        <p:tav tm="0">
                                          <p:val>
                                            <p:strVal val="#ppt_y"/>
                                          </p:val>
                                        </p:tav>
                                        <p:tav tm="100000">
                                          <p:val>
                                            <p:strVal val="#ppt_y"/>
                                          </p:val>
                                        </p:tav>
                                      </p:tavLst>
                                    </p:anim>
                                  </p:childTnLst>
                                </p:cTn>
                              </p:par>
                              <p:par>
                                <p:cTn id="100" presetID="2" presetClass="entr" presetSubtype="8" fill="hold" grpId="0" nodeType="withEffect">
                                  <p:stCondLst>
                                    <p:cond delay="0"/>
                                  </p:stCondLst>
                                  <p:childTnLst>
                                    <p:set>
                                      <p:cBhvr>
                                        <p:cTn id="101" dur="1" fill="hold">
                                          <p:stCondLst>
                                            <p:cond delay="0"/>
                                          </p:stCondLst>
                                        </p:cTn>
                                        <p:tgtEl>
                                          <p:spTgt spid="43"/>
                                        </p:tgtEl>
                                        <p:attrNameLst>
                                          <p:attrName>style.visibility</p:attrName>
                                        </p:attrNameLst>
                                      </p:cBhvr>
                                      <p:to>
                                        <p:strVal val="visible"/>
                                      </p:to>
                                    </p:set>
                                    <p:anim calcmode="lin" valueType="num">
                                      <p:cBhvr additive="base">
                                        <p:cTn id="102" dur="500" fill="hold"/>
                                        <p:tgtEl>
                                          <p:spTgt spid="43"/>
                                        </p:tgtEl>
                                        <p:attrNameLst>
                                          <p:attrName>ppt_x</p:attrName>
                                        </p:attrNameLst>
                                      </p:cBhvr>
                                      <p:tavLst>
                                        <p:tav tm="0">
                                          <p:val>
                                            <p:strVal val="0-#ppt_w/2"/>
                                          </p:val>
                                        </p:tav>
                                        <p:tav tm="100000">
                                          <p:val>
                                            <p:strVal val="#ppt_x"/>
                                          </p:val>
                                        </p:tav>
                                      </p:tavLst>
                                    </p:anim>
                                    <p:anim calcmode="lin" valueType="num">
                                      <p:cBhvr additive="base">
                                        <p:cTn id="103" dur="500" fill="hold"/>
                                        <p:tgtEl>
                                          <p:spTgt spid="43"/>
                                        </p:tgtEl>
                                        <p:attrNameLst>
                                          <p:attrName>ppt_y</p:attrName>
                                        </p:attrNameLst>
                                      </p:cBhvr>
                                      <p:tavLst>
                                        <p:tav tm="0">
                                          <p:val>
                                            <p:strVal val="#ppt_y"/>
                                          </p:val>
                                        </p:tav>
                                        <p:tav tm="100000">
                                          <p:val>
                                            <p:strVal val="#ppt_y"/>
                                          </p:val>
                                        </p:tav>
                                      </p:tavLst>
                                    </p:anim>
                                  </p:childTnLst>
                                </p:cTn>
                              </p:par>
                            </p:childTnLst>
                          </p:cTn>
                        </p:par>
                        <p:par>
                          <p:cTn id="104" fill="hold">
                            <p:stCondLst>
                              <p:cond delay="8500"/>
                            </p:stCondLst>
                            <p:childTnLst>
                              <p:par>
                                <p:cTn id="105" presetID="53" presetClass="entr" presetSubtype="16" fill="hold" grpId="0" nodeType="afterEffect">
                                  <p:stCondLst>
                                    <p:cond delay="0"/>
                                  </p:stCondLst>
                                  <p:childTnLst>
                                    <p:set>
                                      <p:cBhvr>
                                        <p:cTn id="106" dur="1" fill="hold">
                                          <p:stCondLst>
                                            <p:cond delay="0"/>
                                          </p:stCondLst>
                                        </p:cTn>
                                        <p:tgtEl>
                                          <p:spTgt spid="46"/>
                                        </p:tgtEl>
                                        <p:attrNameLst>
                                          <p:attrName>style.visibility</p:attrName>
                                        </p:attrNameLst>
                                      </p:cBhvr>
                                      <p:to>
                                        <p:strVal val="visible"/>
                                      </p:to>
                                    </p:set>
                                    <p:anim calcmode="lin" valueType="num">
                                      <p:cBhvr>
                                        <p:cTn id="107" dur="200" fill="hold"/>
                                        <p:tgtEl>
                                          <p:spTgt spid="46"/>
                                        </p:tgtEl>
                                        <p:attrNameLst>
                                          <p:attrName>ppt_w</p:attrName>
                                        </p:attrNameLst>
                                      </p:cBhvr>
                                      <p:tavLst>
                                        <p:tav tm="0">
                                          <p:val>
                                            <p:fltVal val="0"/>
                                          </p:val>
                                        </p:tav>
                                        <p:tav tm="100000">
                                          <p:val>
                                            <p:strVal val="#ppt_w"/>
                                          </p:val>
                                        </p:tav>
                                      </p:tavLst>
                                    </p:anim>
                                    <p:anim calcmode="lin" valueType="num">
                                      <p:cBhvr>
                                        <p:cTn id="108" dur="200" fill="hold"/>
                                        <p:tgtEl>
                                          <p:spTgt spid="46"/>
                                        </p:tgtEl>
                                        <p:attrNameLst>
                                          <p:attrName>ppt_h</p:attrName>
                                        </p:attrNameLst>
                                      </p:cBhvr>
                                      <p:tavLst>
                                        <p:tav tm="0">
                                          <p:val>
                                            <p:fltVal val="0"/>
                                          </p:val>
                                        </p:tav>
                                        <p:tav tm="100000">
                                          <p:val>
                                            <p:strVal val="#ppt_h"/>
                                          </p:val>
                                        </p:tav>
                                      </p:tavLst>
                                    </p:anim>
                                    <p:animEffect transition="in" filter="fade">
                                      <p:cBhvr>
                                        <p:cTn id="109" dur="200"/>
                                        <p:tgtEl>
                                          <p:spTgt spid="46"/>
                                        </p:tgtEl>
                                      </p:cBhvr>
                                    </p:animEffect>
                                  </p:childTnLst>
                                </p:cTn>
                              </p:par>
                            </p:childTnLst>
                          </p:cTn>
                        </p:par>
                        <p:par>
                          <p:cTn id="110" fill="hold">
                            <p:stCondLst>
                              <p:cond delay="9000"/>
                            </p:stCondLst>
                            <p:childTnLst>
                              <p:par>
                                <p:cTn id="111" presetID="6" presetClass="emph" presetSubtype="0" fill="hold" grpId="1" nodeType="afterEffect">
                                  <p:stCondLst>
                                    <p:cond delay="0"/>
                                  </p:stCondLst>
                                  <p:childTnLst>
                                    <p:animScale>
                                      <p:cBhvr>
                                        <p:cTn id="112" dur="100" fill="hold"/>
                                        <p:tgtEl>
                                          <p:spTgt spid="46"/>
                                        </p:tgtEl>
                                      </p:cBhvr>
                                      <p:by x="115000" y="115000"/>
                                    </p:animScale>
                                  </p:childTnLst>
                                </p:cTn>
                              </p:par>
                              <p:par>
                                <p:cTn id="113" presetID="6" presetClass="emph" presetSubtype="0" fill="hold" grpId="2" nodeType="withEffect">
                                  <p:stCondLst>
                                    <p:cond delay="200"/>
                                  </p:stCondLst>
                                  <p:childTnLst>
                                    <p:animScale>
                                      <p:cBhvr>
                                        <p:cTn id="114" dur="100" fill="hold"/>
                                        <p:tgtEl>
                                          <p:spTgt spid="46"/>
                                        </p:tgtEl>
                                      </p:cBhvr>
                                      <p:by x="85000" y="85000"/>
                                    </p:animScale>
                                  </p:childTnLst>
                                </p:cTn>
                              </p:par>
                            </p:childTnLst>
                          </p:cTn>
                        </p:par>
                        <p:par>
                          <p:cTn id="115" fill="hold">
                            <p:stCondLst>
                              <p:cond delay="9500"/>
                            </p:stCondLst>
                            <p:childTnLst>
                              <p:par>
                                <p:cTn id="116" presetID="6" presetClass="emph" presetSubtype="0" fill="hold" grpId="3" nodeType="afterEffect">
                                  <p:stCondLst>
                                    <p:cond delay="0"/>
                                  </p:stCondLst>
                                  <p:childTnLst>
                                    <p:animScale>
                                      <p:cBhvr>
                                        <p:cTn id="117" dur="100" fill="hold"/>
                                        <p:tgtEl>
                                          <p:spTgt spid="46"/>
                                        </p:tgtEl>
                                      </p:cBhvr>
                                      <p:by x="105000" y="105000"/>
                                    </p:animScale>
                                  </p:childTnLst>
                                </p:cTn>
                              </p:par>
                              <p:par>
                                <p:cTn id="118" presetID="6" presetClass="emph" presetSubtype="0" fill="hold" grpId="4" nodeType="withEffect">
                                  <p:stCondLst>
                                    <p:cond delay="200"/>
                                  </p:stCondLst>
                                  <p:childTnLst>
                                    <p:animScale>
                                      <p:cBhvr>
                                        <p:cTn id="119" dur="100" fill="hold"/>
                                        <p:tgtEl>
                                          <p:spTgt spid="46"/>
                                        </p:tgtEl>
                                      </p:cBhvr>
                                      <p:by x="95000" y="95000"/>
                                    </p:animScale>
                                  </p:childTnLst>
                                </p:cTn>
                              </p:par>
                            </p:childTnLst>
                          </p:cTn>
                        </p:par>
                        <p:par>
                          <p:cTn id="120" fill="hold">
                            <p:stCondLst>
                              <p:cond delay="10000"/>
                            </p:stCondLst>
                            <p:childTnLst>
                              <p:par>
                                <p:cTn id="121" presetID="22" presetClass="entr" presetSubtype="1" fill="hold" nodeType="afterEffect">
                                  <p:stCondLst>
                                    <p:cond delay="0"/>
                                  </p:stCondLst>
                                  <p:childTnLst>
                                    <p:set>
                                      <p:cBhvr>
                                        <p:cTn id="122" dur="1" fill="hold">
                                          <p:stCondLst>
                                            <p:cond delay="0"/>
                                          </p:stCondLst>
                                        </p:cTn>
                                        <p:tgtEl>
                                          <p:spTgt spid="32"/>
                                        </p:tgtEl>
                                        <p:attrNameLst>
                                          <p:attrName>style.visibility</p:attrName>
                                        </p:attrNameLst>
                                      </p:cBhvr>
                                      <p:to>
                                        <p:strVal val="visible"/>
                                      </p:to>
                                    </p:set>
                                    <p:animEffect transition="in" filter="wipe(up)">
                                      <p:cBhvr>
                                        <p:cTn id="123" dur="500"/>
                                        <p:tgtEl>
                                          <p:spTgt spid="32"/>
                                        </p:tgtEl>
                                      </p:cBhvr>
                                    </p:animEffect>
                                  </p:childTnLst>
                                </p:cTn>
                              </p:par>
                            </p:childTnLst>
                          </p:cTn>
                        </p:par>
                        <p:par>
                          <p:cTn id="124" fill="hold">
                            <p:stCondLst>
                              <p:cond delay="10500"/>
                            </p:stCondLst>
                            <p:childTnLst>
                              <p:par>
                                <p:cTn id="125" presetID="42" presetClass="entr" presetSubtype="0" fill="hold" grpId="0" nodeType="afterEffect">
                                  <p:stCondLst>
                                    <p:cond delay="0"/>
                                  </p:stCondLst>
                                  <p:childTnLst>
                                    <p:set>
                                      <p:cBhvr>
                                        <p:cTn id="126" dur="1" fill="hold">
                                          <p:stCondLst>
                                            <p:cond delay="0"/>
                                          </p:stCondLst>
                                        </p:cTn>
                                        <p:tgtEl>
                                          <p:spTgt spid="29"/>
                                        </p:tgtEl>
                                        <p:attrNameLst>
                                          <p:attrName>style.visibility</p:attrName>
                                        </p:attrNameLst>
                                      </p:cBhvr>
                                      <p:to>
                                        <p:strVal val="visible"/>
                                      </p:to>
                                    </p:set>
                                    <p:animEffect transition="in" filter="fade">
                                      <p:cBhvr>
                                        <p:cTn id="127" dur="1000"/>
                                        <p:tgtEl>
                                          <p:spTgt spid="29"/>
                                        </p:tgtEl>
                                      </p:cBhvr>
                                    </p:animEffect>
                                    <p:anim calcmode="lin" valueType="num">
                                      <p:cBhvr>
                                        <p:cTn id="128" dur="1000" fill="hold"/>
                                        <p:tgtEl>
                                          <p:spTgt spid="29"/>
                                        </p:tgtEl>
                                        <p:attrNameLst>
                                          <p:attrName>ppt_x</p:attrName>
                                        </p:attrNameLst>
                                      </p:cBhvr>
                                      <p:tavLst>
                                        <p:tav tm="0">
                                          <p:val>
                                            <p:strVal val="#ppt_x"/>
                                          </p:val>
                                        </p:tav>
                                        <p:tav tm="100000">
                                          <p:val>
                                            <p:strVal val="#ppt_x"/>
                                          </p:val>
                                        </p:tav>
                                      </p:tavLst>
                                    </p:anim>
                                    <p:anim calcmode="lin" valueType="num">
                                      <p:cBhvr>
                                        <p:cTn id="129" dur="1000" fill="hold"/>
                                        <p:tgtEl>
                                          <p:spTgt spid="29"/>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1000"/>
                                        <p:tgtEl>
                                          <p:spTgt spid="33"/>
                                        </p:tgtEl>
                                      </p:cBhvr>
                                    </p:animEffect>
                                    <p:anim calcmode="lin" valueType="num">
                                      <p:cBhvr>
                                        <p:cTn id="133" dur="1000" fill="hold"/>
                                        <p:tgtEl>
                                          <p:spTgt spid="33"/>
                                        </p:tgtEl>
                                        <p:attrNameLst>
                                          <p:attrName>ppt_x</p:attrName>
                                        </p:attrNameLst>
                                      </p:cBhvr>
                                      <p:tavLst>
                                        <p:tav tm="0">
                                          <p:val>
                                            <p:strVal val="#ppt_x"/>
                                          </p:val>
                                        </p:tav>
                                        <p:tav tm="100000">
                                          <p:val>
                                            <p:strVal val="#ppt_x"/>
                                          </p:val>
                                        </p:tav>
                                      </p:tavLst>
                                    </p:anim>
                                    <p:anim calcmode="lin" valueType="num">
                                      <p:cBhvr>
                                        <p:cTn id="134" dur="1000" fill="hold"/>
                                        <p:tgtEl>
                                          <p:spTgt spid="33"/>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1000"/>
                                        <p:tgtEl>
                                          <p:spTgt spid="34"/>
                                        </p:tgtEl>
                                      </p:cBhvr>
                                    </p:animEffect>
                                    <p:anim calcmode="lin" valueType="num">
                                      <p:cBhvr>
                                        <p:cTn id="138" dur="1000" fill="hold"/>
                                        <p:tgtEl>
                                          <p:spTgt spid="34"/>
                                        </p:tgtEl>
                                        <p:attrNameLst>
                                          <p:attrName>ppt_x</p:attrName>
                                        </p:attrNameLst>
                                      </p:cBhvr>
                                      <p:tavLst>
                                        <p:tav tm="0">
                                          <p:val>
                                            <p:strVal val="#ppt_x"/>
                                          </p:val>
                                        </p:tav>
                                        <p:tav tm="100000">
                                          <p:val>
                                            <p:strVal val="#ppt_x"/>
                                          </p:val>
                                        </p:tav>
                                      </p:tavLst>
                                    </p:anim>
                                    <p:anim calcmode="lin" valueType="num">
                                      <p:cBhvr>
                                        <p:cTn id="13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3" grpId="0" animBg="1"/>
      <p:bldP spid="35" grpId="0"/>
      <p:bldP spid="36" grpId="0"/>
      <p:bldP spid="37" grpId="0"/>
      <p:bldP spid="38" grpId="0"/>
      <p:bldP spid="39" grpId="0"/>
      <p:bldP spid="40" grpId="0"/>
      <p:bldP spid="41" grpId="0"/>
      <p:bldP spid="42" grpId="0"/>
      <p:bldP spid="43" grpId="0"/>
      <p:bldP spid="44" grpId="0" animBg="1"/>
      <p:bldP spid="44" grpId="1" animBg="1"/>
      <p:bldP spid="44" grpId="2" animBg="1"/>
      <p:bldP spid="44" grpId="3" animBg="1"/>
      <p:bldP spid="44" grpId="4" animBg="1"/>
      <p:bldP spid="45" grpId="0" animBg="1"/>
      <p:bldP spid="45" grpId="1" animBg="1"/>
      <p:bldP spid="45" grpId="2" animBg="1"/>
      <p:bldP spid="45" grpId="3" animBg="1"/>
      <p:bldP spid="45" grpId="4" animBg="1"/>
      <p:bldP spid="46" grpId="0" animBg="1"/>
      <p:bldP spid="46" grpId="1" animBg="1"/>
      <p:bldP spid="46" grpId="2" animBg="1"/>
      <p:bldP spid="46" grpId="3" animBg="1"/>
      <p:bldP spid="46" grpId="4"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TextBox 4"/>
          <p:cNvSpPr txBox="1"/>
          <p:nvPr/>
        </p:nvSpPr>
        <p:spPr>
          <a:xfrm>
            <a:off x="3723145" y="2118370"/>
            <a:ext cx="3116559"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实验与总结</a:t>
            </a:r>
          </a:p>
        </p:txBody>
      </p:sp>
      <p:sp>
        <p:nvSpPr>
          <p:cNvPr id="6" name="泪滴形 5"/>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4</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d"/>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剪去对角的矩形 4"/>
          <p:cNvSpPr/>
          <p:nvPr/>
        </p:nvSpPr>
        <p:spPr>
          <a:xfrm flipH="1">
            <a:off x="1115616" y="1993404"/>
            <a:ext cx="6912768" cy="2232248"/>
          </a:xfrm>
          <a:prstGeom prst="snip2Diag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TextBox 2"/>
          <p:cNvSpPr txBox="1"/>
          <p:nvPr/>
        </p:nvSpPr>
        <p:spPr>
          <a:xfrm>
            <a:off x="1425555" y="2107704"/>
            <a:ext cx="6340197" cy="830997"/>
          </a:xfrm>
          <a:prstGeom prst="rect">
            <a:avLst/>
          </a:prstGeom>
          <a:noFill/>
        </p:spPr>
        <p:txBody>
          <a:bodyPr wrap="none" rtlCol="0">
            <a:spAutoFit/>
          </a:bodyPr>
          <a:lstStyle/>
          <a:p>
            <a:r>
              <a:rPr lang="zh-CN" altLang="en-US" sz="4800" b="1" dirty="0">
                <a:solidFill>
                  <a:srgbClr val="FFFF00"/>
                </a:solidFill>
                <a:latin typeface="微软雅黑" panose="020B0503020204020204" pitchFamily="34" charset="-122"/>
                <a:ea typeface="微软雅黑" panose="020B0503020204020204" pitchFamily="34" charset="-122"/>
              </a:rPr>
              <a:t>恳请各位老师批评指正</a:t>
            </a:r>
          </a:p>
        </p:txBody>
      </p:sp>
      <p:sp>
        <p:nvSpPr>
          <p:cNvPr id="4" name="TextBox 3"/>
          <p:cNvSpPr txBox="1"/>
          <p:nvPr/>
        </p:nvSpPr>
        <p:spPr>
          <a:xfrm>
            <a:off x="1763688" y="2956280"/>
            <a:ext cx="5544616" cy="874407"/>
          </a:xfrm>
          <a:prstGeom prst="rect">
            <a:avLst/>
          </a:prstGeom>
          <a:noFill/>
        </p:spPr>
        <p:txBody>
          <a:bodyPr wrap="square" rtlCol="0">
            <a:spAutoFit/>
          </a:bodyPr>
          <a:lstStyle/>
          <a:p>
            <a:pPr indent="457200">
              <a:lnSpc>
                <a:spcPct val="150000"/>
              </a:lnSpc>
            </a:pPr>
            <a:r>
              <a:rPr lang="zh-CN" altLang="en-US" dirty="0">
                <a:solidFill>
                  <a:schemeClr val="bg1"/>
                </a:solidFill>
                <a:latin typeface="微软雅黑" panose="020B0503020204020204" pitchFamily="34" charset="-122"/>
                <a:ea typeface="微软雅黑" panose="020B0503020204020204" pitchFamily="34" charset="-122"/>
              </a:rPr>
              <a:t>大学生活即将结束，对关心、支持本设计和对本设计做出贡献的老师、同学致以最诚挚的感谢！</a:t>
            </a:r>
          </a:p>
        </p:txBody>
      </p:sp>
      <p:cxnSp>
        <p:nvCxnSpPr>
          <p:cNvPr id="7" name="直接连接符 6"/>
          <p:cNvCxnSpPr/>
          <p:nvPr/>
        </p:nvCxnSpPr>
        <p:spPr>
          <a:xfrm>
            <a:off x="1518948" y="2929508"/>
            <a:ext cx="6153411" cy="0"/>
          </a:xfrm>
          <a:prstGeom prst="line">
            <a:avLst/>
          </a:prstGeom>
          <a:ln>
            <a:solidFill>
              <a:srgbClr val="FFFF00"/>
            </a:solidFill>
            <a:prstDash val="sysDash"/>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7381" y="813172"/>
            <a:ext cx="3857229" cy="857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Right)">
                                      <p:cBhvr>
                                        <p:cTn id="7" dur="500"/>
                                        <p:tgtEl>
                                          <p:spTgt spid="5"/>
                                        </p:tgtEl>
                                      </p:cBhvr>
                                    </p:animEffect>
                                  </p:childTnLst>
                                </p:cTn>
                              </p:par>
                            </p:childTnLst>
                          </p:cTn>
                        </p:par>
                        <p:par>
                          <p:cTn id="8" fill="hold">
                            <p:stCondLst>
                              <p:cond delay="500"/>
                            </p:stCondLst>
                            <p:childTnLst>
                              <p:par>
                                <p:cTn id="9" presetID="37" presetClass="entr" presetSubtype="0"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900" decel="100000" fill="hold"/>
                                        <p:tgtEl>
                                          <p:spTgt spid="3"/>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par>
                          <p:cTn id="15" fill="hold">
                            <p:stCondLst>
                              <p:cond delay="2400"/>
                            </p:stCondLst>
                            <p:childTnLst>
                              <p:par>
                                <p:cTn id="16" presetID="22" presetClass="entr" presetSubtype="2"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2900"/>
                            </p:stCondLst>
                            <p:childTnLst>
                              <p:par>
                                <p:cTn id="20" presetID="14" presetClass="entr" presetSubtype="1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4" grpId="0"/>
    </p:bldLst>
  </p:timing>
</p:sld>
</file>

<file path=ppt/theme/theme1.xml><?xml version="1.0" encoding="utf-8"?>
<a:theme xmlns:a="http://schemas.openxmlformats.org/drawingml/2006/main" na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1535</Words>
  <Application>Microsoft Office PowerPoint</Application>
  <PresentationFormat>全屏显示(16:10)</PresentationFormat>
  <Paragraphs>241</Paragraphs>
  <Slides>27</Slides>
  <Notes>27</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27</vt:i4>
      </vt:variant>
    </vt:vector>
  </HeadingPairs>
  <TitlesOfParts>
    <vt:vector size="40" baseType="lpstr">
      <vt:lpstr>Goudy Stout</vt:lpstr>
      <vt:lpstr>Stencil</vt:lpstr>
      <vt:lpstr>微软雅黑</vt:lpstr>
      <vt:lpstr>Arial</vt:lpstr>
      <vt:lpstr>Arial Black</vt:lpstr>
      <vt:lpstr>Arial Narrow</vt:lpstr>
      <vt:lpstr>Calibri</vt:lpstr>
      <vt:lpstr>Impact</vt:lpstr>
      <vt:lpstr>Segoe UI</vt:lpstr>
      <vt:lpstr>Segoe UI Light</vt:lpstr>
      <vt:lpstr>Wingdings</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creator>1; PC</dc:creator>
  <dc:description>1</dc:description>
  <cp:lastModifiedBy>1106786918@qq.com</cp:lastModifiedBy>
  <cp:revision>7</cp:revision>
  <dcterms:created xsi:type="dcterms:W3CDTF">2014-05-25T02:24:00Z</dcterms:created>
  <dcterms:modified xsi:type="dcterms:W3CDTF">2020-03-29T04:11:13Z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