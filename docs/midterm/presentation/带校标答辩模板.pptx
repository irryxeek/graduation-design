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7" embedTrueTypeFonts="1" saveSubsetFonts="1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76" r:id="rId3"/>
    <p:sldId id="892" r:id="rId5"/>
    <p:sldId id="893" r:id="rId6"/>
    <p:sldId id="895" r:id="rId7"/>
    <p:sldId id="929" r:id="rId8"/>
    <p:sldId id="857" r:id="rId9"/>
    <p:sldId id="513" r:id="rId10"/>
    <p:sldId id="910" r:id="rId11"/>
    <p:sldId id="928" r:id="rId12"/>
    <p:sldId id="927" r:id="rId13"/>
    <p:sldId id="859" r:id="rId14"/>
    <p:sldId id="912" r:id="rId15"/>
    <p:sldId id="921" r:id="rId16"/>
    <p:sldId id="922" r:id="rId17"/>
    <p:sldId id="923" r:id="rId18"/>
    <p:sldId id="926" r:id="rId19"/>
    <p:sldId id="920" r:id="rId20"/>
  </p:sldIdLst>
  <p:sldSz cx="12192000" cy="6858000"/>
  <p:notesSz cx="6858000" cy="9144000"/>
  <p:embeddedFontLst>
    <p:embeddedFont>
      <p:font typeface="微软雅黑" panose="020B0503020204020204" charset="-122"/>
      <p:regular r:id="rId25"/>
    </p:embeddedFont>
    <p:embeddedFont>
      <p:font typeface="黑体" panose="02010609060101010101" charset="-122"/>
      <p:regular r:id="rId26"/>
    </p:embeddedFont>
    <p:embeddedFont>
      <p:font typeface="等线" panose="02010600030101010101" charset="-122"/>
      <p:regular r:id="rId27"/>
    </p:embeddedFont>
    <p:embeddedFont>
      <p:font typeface="方正大标宋_GBK" panose="03000509000000000000" pitchFamily="65" charset="-122"/>
      <p:regular r:id="rId28"/>
    </p:embeddedFont>
    <p:embeddedFont>
      <p:font typeface="仿宋" panose="02010609060101010101" pitchFamily="49" charset="-122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68D"/>
    <a:srgbClr val="004E98"/>
    <a:srgbClr val="EBEEF4"/>
    <a:srgbClr val="0F6D9C"/>
    <a:srgbClr val="CCD4E3"/>
    <a:srgbClr val="95A3C6"/>
    <a:srgbClr val="6C9EFF"/>
    <a:srgbClr val="469EFF"/>
    <a:srgbClr val="FFFFFF"/>
    <a:srgbClr val="919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84136" autoAdjust="0"/>
  </p:normalViewPr>
  <p:slideViewPr>
    <p:cSldViewPr>
      <p:cViewPr varScale="1">
        <p:scale>
          <a:sx n="72" d="100"/>
          <a:sy n="72" d="100"/>
        </p:scale>
        <p:origin x="1104" y="67"/>
      </p:cViewPr>
      <p:guideLst/>
    </p:cSldViewPr>
  </p:slideViewPr>
  <p:outlineViewPr>
    <p:cViewPr>
      <p:scale>
        <a:sx n="33" d="100"/>
        <a:sy n="33" d="100"/>
      </p:scale>
      <p:origin x="0" y="-40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78.xml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290078-6A82-4397-8C50-402447AB0E0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44B1BC4-AFCA-4DA9-B26A-9EDE9058E101}">
      <dgm:prSet phldrT="[文本]"/>
      <dgm:spPr/>
      <dgm:t>
        <a:bodyPr/>
        <a:lstStyle/>
        <a:p>
          <a:r>
            <a:rPr lang="zh-CN" altLang="en-US" dirty="0"/>
            <a:t>方法 </a:t>
          </a:r>
          <a:r>
            <a:rPr lang="en-US" altLang="zh-CN" dirty="0"/>
            <a:t>1</a:t>
          </a:r>
          <a:endParaRPr lang="zh-CN" altLang="en-US" dirty="0"/>
        </a:p>
      </dgm:t>
    </dgm:pt>
    <dgm:pt modelId="{83DAC64D-51A2-45A5-A359-73E28887327E}" cxnId="{724D882D-BA28-45B2-A3C8-59A60A2F50B8}" type="parTrans">
      <dgm:prSet/>
      <dgm:spPr/>
      <dgm:t>
        <a:bodyPr/>
        <a:lstStyle/>
        <a:p>
          <a:endParaRPr lang="zh-CN" altLang="en-US"/>
        </a:p>
      </dgm:t>
    </dgm:pt>
    <dgm:pt modelId="{9442738C-A176-4AB5-8B50-DF42C30B7B4A}" cxnId="{724D882D-BA28-45B2-A3C8-59A60A2F50B8}" type="sibTrans">
      <dgm:prSet/>
      <dgm:spPr/>
      <dgm:t>
        <a:bodyPr/>
        <a:lstStyle/>
        <a:p>
          <a:endParaRPr lang="zh-CN" altLang="en-US"/>
        </a:p>
      </dgm:t>
    </dgm:pt>
    <dgm:pt modelId="{D55C62F6-98CC-4F26-85FF-0F131917D01B}">
      <dgm:prSet phldrT="[文本]"/>
      <dgm:spPr/>
      <dgm:t>
        <a:bodyPr/>
        <a:lstStyle/>
        <a:p>
          <a:r>
            <a:rPr lang="zh-CN" altLang="en-US" dirty="0"/>
            <a:t>方法 </a:t>
          </a:r>
          <a:r>
            <a:rPr lang="en-US" altLang="zh-CN" dirty="0"/>
            <a:t>2</a:t>
          </a:r>
          <a:endParaRPr lang="zh-CN" altLang="en-US" dirty="0"/>
        </a:p>
      </dgm:t>
    </dgm:pt>
    <dgm:pt modelId="{87D26CD5-4A50-4ECE-B6C4-AF22382F19F4}" cxnId="{D0A24737-4FF3-46D2-BA10-53DC6EC79669}" type="parTrans">
      <dgm:prSet/>
      <dgm:spPr/>
      <dgm:t>
        <a:bodyPr/>
        <a:lstStyle/>
        <a:p>
          <a:endParaRPr lang="zh-CN" altLang="en-US"/>
        </a:p>
      </dgm:t>
    </dgm:pt>
    <dgm:pt modelId="{F881059E-2932-4544-A6F7-6A69BD2F1034}" cxnId="{D0A24737-4FF3-46D2-BA10-53DC6EC79669}" type="sibTrans">
      <dgm:prSet/>
      <dgm:spPr/>
      <dgm:t>
        <a:bodyPr/>
        <a:lstStyle/>
        <a:p>
          <a:endParaRPr lang="zh-CN" altLang="en-US"/>
        </a:p>
      </dgm:t>
    </dgm:pt>
    <dgm:pt modelId="{CB514474-3729-44C5-B0FC-8557F08CA0B5}">
      <dgm:prSet phldrT="[文本]"/>
      <dgm:spPr/>
      <dgm:t>
        <a:bodyPr/>
        <a:lstStyle/>
        <a:p>
          <a:r>
            <a:rPr lang="zh-CN" altLang="en-US" dirty="0"/>
            <a:t>方法 </a:t>
          </a:r>
          <a:r>
            <a:rPr lang="en-US" altLang="zh-CN" dirty="0"/>
            <a:t>3</a:t>
          </a:r>
          <a:endParaRPr lang="zh-CN" altLang="en-US" dirty="0"/>
        </a:p>
      </dgm:t>
    </dgm:pt>
    <dgm:pt modelId="{9DF46322-8F8E-441E-8F6B-FBC5330F7AEC}" cxnId="{64DEC738-A323-40F1-80F2-C0E932220E08}" type="parTrans">
      <dgm:prSet/>
      <dgm:spPr/>
      <dgm:t>
        <a:bodyPr/>
        <a:lstStyle/>
        <a:p>
          <a:endParaRPr lang="zh-CN" altLang="en-US"/>
        </a:p>
      </dgm:t>
    </dgm:pt>
    <dgm:pt modelId="{72842F89-5811-4CB5-BAA5-7DEE40CD2BE3}" cxnId="{64DEC738-A323-40F1-80F2-C0E932220E08}" type="sibTrans">
      <dgm:prSet/>
      <dgm:spPr/>
      <dgm:t>
        <a:bodyPr/>
        <a:lstStyle/>
        <a:p>
          <a:endParaRPr lang="zh-CN" altLang="en-US"/>
        </a:p>
      </dgm:t>
    </dgm:pt>
    <dgm:pt modelId="{864FFB54-D076-4507-B344-CCC8D257F0A6}">
      <dgm:prSet phldrT="[文本]"/>
      <dgm:spPr/>
      <dgm:t>
        <a:bodyPr/>
        <a:lstStyle/>
        <a:p>
          <a:r>
            <a:rPr lang="zh-CN" altLang="en-US" dirty="0"/>
            <a:t>介绍</a:t>
          </a:r>
          <a:r>
            <a:rPr lang="en-US" altLang="zh-CN" dirty="0"/>
            <a:t>…… </a:t>
          </a:r>
          <a:r>
            <a:rPr lang="zh-CN" altLang="en-US" dirty="0"/>
            <a:t>劳仑衣普桑，认至将指点效则机，最你更枝。想板整月正进好志次回总般，段然取向使张规军证回，世市总李率英茄持伴。</a:t>
          </a:r>
        </a:p>
      </dgm:t>
    </dgm:pt>
    <dgm:pt modelId="{E9BD9BA4-6282-4CB6-B788-66E706EA0E5D}" cxnId="{00C40A1C-0027-4D41-82B7-26FACE2BAC10}" type="parTrans">
      <dgm:prSet/>
      <dgm:spPr/>
      <dgm:t>
        <a:bodyPr/>
        <a:lstStyle/>
        <a:p>
          <a:endParaRPr lang="zh-CN" altLang="en-US"/>
        </a:p>
      </dgm:t>
    </dgm:pt>
    <dgm:pt modelId="{F9E7C37F-EC40-4CCA-9644-376CC5E73628}" cxnId="{00C40A1C-0027-4D41-82B7-26FACE2BAC10}" type="sibTrans">
      <dgm:prSet/>
      <dgm:spPr/>
      <dgm:t>
        <a:bodyPr/>
        <a:lstStyle/>
        <a:p>
          <a:endParaRPr lang="zh-CN" altLang="en-US"/>
        </a:p>
      </dgm:t>
    </dgm:pt>
    <dgm:pt modelId="{C55469FD-359D-48C8-A529-85092865A3BC}">
      <dgm:prSet phldrT="[文本]"/>
      <dgm:spPr/>
      <dgm:t>
        <a:bodyPr/>
        <a:lstStyle/>
        <a:p>
          <a:r>
            <a:rPr lang="zh-CN" altLang="en-US"/>
            <a:t>介绍</a:t>
          </a:r>
          <a:r>
            <a:rPr lang="en-US" altLang="zh-CN"/>
            <a:t>…… </a:t>
          </a:r>
          <a:r>
            <a:rPr lang="zh-CN" altLang="en-US"/>
            <a:t>劳仑衣普桑，认至将指点效则机，最你更枝。想板整月正进好志次回总般，段然取向使张规军证回，世市总李率英茄持伴。</a:t>
          </a:r>
          <a:endParaRPr lang="zh-CN" altLang="en-US" dirty="0"/>
        </a:p>
      </dgm:t>
    </dgm:pt>
    <dgm:pt modelId="{7305F9B9-8A3E-46BD-A206-5E6AC2968EEC}" cxnId="{8B2AFAD4-6B2A-4301-A51F-62E6A1C0D240}" type="parTrans">
      <dgm:prSet/>
      <dgm:spPr/>
      <dgm:t>
        <a:bodyPr/>
        <a:lstStyle/>
        <a:p>
          <a:endParaRPr lang="zh-CN" altLang="en-US"/>
        </a:p>
      </dgm:t>
    </dgm:pt>
    <dgm:pt modelId="{89F62417-C5F2-48C4-A854-9813EE85D983}" cxnId="{8B2AFAD4-6B2A-4301-A51F-62E6A1C0D240}" type="sibTrans">
      <dgm:prSet/>
      <dgm:spPr/>
      <dgm:t>
        <a:bodyPr/>
        <a:lstStyle/>
        <a:p>
          <a:endParaRPr lang="zh-CN" altLang="en-US"/>
        </a:p>
      </dgm:t>
    </dgm:pt>
    <dgm:pt modelId="{115E0B13-63EA-43D2-8333-FF669C4E26FF}">
      <dgm:prSet phldrT="[文本]"/>
      <dgm:spPr/>
      <dgm:t>
        <a:bodyPr/>
        <a:lstStyle/>
        <a:p>
          <a:r>
            <a:rPr lang="zh-CN" altLang="en-US"/>
            <a:t>介绍</a:t>
          </a:r>
          <a:r>
            <a:rPr lang="en-US" altLang="zh-CN"/>
            <a:t>…… </a:t>
          </a:r>
          <a:r>
            <a:rPr lang="zh-CN" altLang="en-US"/>
            <a:t>劳仑衣普桑，认至将指点效则机，最你更枝。想板整月正进好志次回总般，段然取向使张规军证回，世市总李率英茄持伴。</a:t>
          </a:r>
          <a:endParaRPr lang="zh-CN" altLang="en-US" dirty="0"/>
        </a:p>
      </dgm:t>
    </dgm:pt>
    <dgm:pt modelId="{637FF255-35BE-4AAB-9131-E0B675338F29}" cxnId="{49E577E1-7D73-402B-9AEC-F4B43216C6E3}" type="parTrans">
      <dgm:prSet/>
      <dgm:spPr/>
      <dgm:t>
        <a:bodyPr/>
        <a:lstStyle/>
        <a:p>
          <a:endParaRPr lang="zh-CN" altLang="en-US"/>
        </a:p>
      </dgm:t>
    </dgm:pt>
    <dgm:pt modelId="{C548CF5F-81C1-4662-A570-D0374509171C}" cxnId="{49E577E1-7D73-402B-9AEC-F4B43216C6E3}" type="sibTrans">
      <dgm:prSet/>
      <dgm:spPr/>
      <dgm:t>
        <a:bodyPr/>
        <a:lstStyle/>
        <a:p>
          <a:endParaRPr lang="zh-CN" altLang="en-US"/>
        </a:p>
      </dgm:t>
    </dgm:pt>
    <dgm:pt modelId="{4ECC7113-86C3-451C-82CC-A3060646E131}">
      <dgm:prSet phldrT="[文本]"/>
      <dgm:spPr/>
      <dgm:t>
        <a:bodyPr/>
        <a:lstStyle/>
        <a:p>
          <a:r>
            <a:rPr lang="zh-CN" altLang="en-US" dirty="0"/>
            <a:t>用阶千样响领交出，器程办管据家元写，名其直金团。</a:t>
          </a:r>
        </a:p>
      </dgm:t>
    </dgm:pt>
    <dgm:pt modelId="{D67F29C4-78E0-4513-9892-643699C07F90}" cxnId="{A663782B-30EA-4C53-8DC9-4BDF8861680D}" type="parTrans">
      <dgm:prSet/>
      <dgm:spPr/>
      <dgm:t>
        <a:bodyPr/>
        <a:lstStyle/>
        <a:p>
          <a:endParaRPr lang="zh-CN" altLang="en-US"/>
        </a:p>
      </dgm:t>
    </dgm:pt>
    <dgm:pt modelId="{7762E8B6-B7F2-4D08-AAAA-92F677992FAE}" cxnId="{A663782B-30EA-4C53-8DC9-4BDF8861680D}" type="sibTrans">
      <dgm:prSet/>
      <dgm:spPr/>
      <dgm:t>
        <a:bodyPr/>
        <a:lstStyle/>
        <a:p>
          <a:endParaRPr lang="zh-CN" altLang="en-US"/>
        </a:p>
      </dgm:t>
    </dgm:pt>
    <dgm:pt modelId="{FC6E823B-12D6-4363-87E6-465A9CEEEDE9}">
      <dgm:prSet/>
      <dgm:spPr/>
      <dgm:t>
        <a:bodyPr/>
        <a:lstStyle/>
        <a:p>
          <a:r>
            <a:rPr lang="zh-CN" altLang="en-US" dirty="0"/>
            <a:t>用阶千样响领交出，器程办管据家元写，名其直金团。</a:t>
          </a:r>
        </a:p>
      </dgm:t>
    </dgm:pt>
    <dgm:pt modelId="{A6A317D3-6439-4093-9883-8070BD91C0BF}" cxnId="{5CE392DC-5D62-4F00-A607-4F502BF92146}" type="parTrans">
      <dgm:prSet/>
      <dgm:spPr/>
      <dgm:t>
        <a:bodyPr/>
        <a:lstStyle/>
        <a:p>
          <a:endParaRPr lang="zh-CN" altLang="en-US"/>
        </a:p>
      </dgm:t>
    </dgm:pt>
    <dgm:pt modelId="{17153095-34A0-4251-AFFD-FC2F7FB997D2}" cxnId="{5CE392DC-5D62-4F00-A607-4F502BF92146}" type="sibTrans">
      <dgm:prSet/>
      <dgm:spPr/>
      <dgm:t>
        <a:bodyPr/>
        <a:lstStyle/>
        <a:p>
          <a:endParaRPr lang="zh-CN" altLang="en-US"/>
        </a:p>
      </dgm:t>
    </dgm:pt>
    <dgm:pt modelId="{FF7325D2-4D03-432A-9B1B-00E27192621B}">
      <dgm:prSet/>
      <dgm:spPr/>
      <dgm:t>
        <a:bodyPr/>
        <a:lstStyle/>
        <a:p>
          <a:r>
            <a:rPr lang="zh-CN" altLang="en-US" dirty="0"/>
            <a:t>用阶千样响领交出，器程办管据家元写，名其直金团。</a:t>
          </a:r>
        </a:p>
      </dgm:t>
    </dgm:pt>
    <dgm:pt modelId="{F7103158-68AC-425C-81F2-B5BD88C3F529}" cxnId="{B78D2672-DDCF-4C39-A441-792D84C2C585}" type="parTrans">
      <dgm:prSet/>
      <dgm:spPr/>
      <dgm:t>
        <a:bodyPr/>
        <a:lstStyle/>
        <a:p>
          <a:endParaRPr lang="zh-CN" altLang="en-US"/>
        </a:p>
      </dgm:t>
    </dgm:pt>
    <dgm:pt modelId="{124E6C12-FE68-4BFA-AFD7-C789AADD5CF1}" cxnId="{B78D2672-DDCF-4C39-A441-792D84C2C585}" type="sibTrans">
      <dgm:prSet/>
      <dgm:spPr/>
      <dgm:t>
        <a:bodyPr/>
        <a:lstStyle/>
        <a:p>
          <a:endParaRPr lang="zh-CN" altLang="en-US"/>
        </a:p>
      </dgm:t>
    </dgm:pt>
    <dgm:pt modelId="{FC213AEB-9DC0-4DC3-B22F-CD311900DF9F}" type="pres">
      <dgm:prSet presAssocID="{09290078-6A82-4397-8C50-402447AB0E0F}" presName="linear" presStyleCnt="0">
        <dgm:presLayoutVars>
          <dgm:dir/>
          <dgm:animLvl val="lvl"/>
          <dgm:resizeHandles val="exact"/>
        </dgm:presLayoutVars>
      </dgm:prSet>
      <dgm:spPr/>
    </dgm:pt>
    <dgm:pt modelId="{2ABA9D8E-8074-4454-9B4B-F8E9A41AE044}" type="pres">
      <dgm:prSet presAssocID="{F44B1BC4-AFCA-4DA9-B26A-9EDE9058E101}" presName="parentLin" presStyleCnt="0"/>
      <dgm:spPr/>
    </dgm:pt>
    <dgm:pt modelId="{AE1F1EBF-FC90-423C-A862-16042D9A6119}" type="pres">
      <dgm:prSet presAssocID="{F44B1BC4-AFCA-4DA9-B26A-9EDE9058E101}" presName="parentLeftMargin" presStyleLbl="node1" presStyleIdx="0" presStyleCnt="3"/>
      <dgm:spPr/>
    </dgm:pt>
    <dgm:pt modelId="{F1EC53A1-A4A1-417A-A706-9D6618B1B1D0}" type="pres">
      <dgm:prSet presAssocID="{F44B1BC4-AFCA-4DA9-B26A-9EDE9058E10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30681C5-1284-4A4D-929C-D2377C56B74E}" type="pres">
      <dgm:prSet presAssocID="{F44B1BC4-AFCA-4DA9-B26A-9EDE9058E101}" presName="negativeSpace" presStyleCnt="0"/>
      <dgm:spPr/>
    </dgm:pt>
    <dgm:pt modelId="{D75A8741-D225-49AD-8647-699701E4EC60}" type="pres">
      <dgm:prSet presAssocID="{F44B1BC4-AFCA-4DA9-B26A-9EDE9058E101}" presName="childText" presStyleLbl="conFgAcc1" presStyleIdx="0" presStyleCnt="3">
        <dgm:presLayoutVars>
          <dgm:bulletEnabled val="1"/>
        </dgm:presLayoutVars>
      </dgm:prSet>
      <dgm:spPr/>
    </dgm:pt>
    <dgm:pt modelId="{4D32AF8E-17DA-4ACE-AB10-78739ECE5DA9}" type="pres">
      <dgm:prSet presAssocID="{9442738C-A176-4AB5-8B50-DF42C30B7B4A}" presName="spaceBetweenRectangles" presStyleCnt="0"/>
      <dgm:spPr/>
    </dgm:pt>
    <dgm:pt modelId="{ADFB9F4C-AA83-4FD1-A454-48EE15EE54C1}" type="pres">
      <dgm:prSet presAssocID="{D55C62F6-98CC-4F26-85FF-0F131917D01B}" presName="parentLin" presStyleCnt="0"/>
      <dgm:spPr/>
    </dgm:pt>
    <dgm:pt modelId="{084046C1-E245-4232-9BE6-C557D20B5364}" type="pres">
      <dgm:prSet presAssocID="{D55C62F6-98CC-4F26-85FF-0F131917D01B}" presName="parentLeftMargin" presStyleLbl="node1" presStyleIdx="0" presStyleCnt="3"/>
      <dgm:spPr/>
    </dgm:pt>
    <dgm:pt modelId="{02E4A6EB-9829-4FF9-A6BA-747897DB86CB}" type="pres">
      <dgm:prSet presAssocID="{D55C62F6-98CC-4F26-85FF-0F131917D01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92E080-CA26-4E22-9BBE-CB87FB92D86F}" type="pres">
      <dgm:prSet presAssocID="{D55C62F6-98CC-4F26-85FF-0F131917D01B}" presName="negativeSpace" presStyleCnt="0"/>
      <dgm:spPr/>
    </dgm:pt>
    <dgm:pt modelId="{CA9C8373-B3C9-4E2E-9997-763FA84E2AC5}" type="pres">
      <dgm:prSet presAssocID="{D55C62F6-98CC-4F26-85FF-0F131917D01B}" presName="childText" presStyleLbl="conFgAcc1" presStyleIdx="1" presStyleCnt="3">
        <dgm:presLayoutVars>
          <dgm:bulletEnabled val="1"/>
        </dgm:presLayoutVars>
      </dgm:prSet>
      <dgm:spPr/>
    </dgm:pt>
    <dgm:pt modelId="{4E6AE286-A83A-4E15-9894-55F14F4AC991}" type="pres">
      <dgm:prSet presAssocID="{F881059E-2932-4544-A6F7-6A69BD2F1034}" presName="spaceBetweenRectangles" presStyleCnt="0"/>
      <dgm:spPr/>
    </dgm:pt>
    <dgm:pt modelId="{D891F670-CCB6-40EE-BE24-44FE8002448E}" type="pres">
      <dgm:prSet presAssocID="{CB514474-3729-44C5-B0FC-8557F08CA0B5}" presName="parentLin" presStyleCnt="0"/>
      <dgm:spPr/>
    </dgm:pt>
    <dgm:pt modelId="{DB3A2AF2-B534-492D-9177-B3A8193C5504}" type="pres">
      <dgm:prSet presAssocID="{CB514474-3729-44C5-B0FC-8557F08CA0B5}" presName="parentLeftMargin" presStyleLbl="node1" presStyleIdx="1" presStyleCnt="3"/>
      <dgm:spPr/>
    </dgm:pt>
    <dgm:pt modelId="{50895C23-0418-4A00-B535-78961DC0B279}" type="pres">
      <dgm:prSet presAssocID="{CB514474-3729-44C5-B0FC-8557F08CA0B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5698C0B-CC17-486E-A5D1-EB4B12BA4183}" type="pres">
      <dgm:prSet presAssocID="{CB514474-3729-44C5-B0FC-8557F08CA0B5}" presName="negativeSpace" presStyleCnt="0"/>
      <dgm:spPr/>
    </dgm:pt>
    <dgm:pt modelId="{1722FB68-C79E-476F-94B4-27734D9A285A}" type="pres">
      <dgm:prSet presAssocID="{CB514474-3729-44C5-B0FC-8557F08CA0B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0C40A1C-0027-4D41-82B7-26FACE2BAC10}" srcId="{F44B1BC4-AFCA-4DA9-B26A-9EDE9058E101}" destId="{864FFB54-D076-4507-B344-CCC8D257F0A6}" srcOrd="0" destOrd="0" parTransId="{E9BD9BA4-6282-4CB6-B788-66E706EA0E5D}" sibTransId="{F9E7C37F-EC40-4CCA-9644-376CC5E73628}"/>
    <dgm:cxn modelId="{A663782B-30EA-4C53-8DC9-4BDF8861680D}" srcId="{F44B1BC4-AFCA-4DA9-B26A-9EDE9058E101}" destId="{4ECC7113-86C3-451C-82CC-A3060646E131}" srcOrd="1" destOrd="0" parTransId="{D67F29C4-78E0-4513-9892-643699C07F90}" sibTransId="{7762E8B6-B7F2-4D08-AAAA-92F677992FAE}"/>
    <dgm:cxn modelId="{724D882D-BA28-45B2-A3C8-59A60A2F50B8}" srcId="{09290078-6A82-4397-8C50-402447AB0E0F}" destId="{F44B1BC4-AFCA-4DA9-B26A-9EDE9058E101}" srcOrd="0" destOrd="0" parTransId="{83DAC64D-51A2-45A5-A359-73E28887327E}" sibTransId="{9442738C-A176-4AB5-8B50-DF42C30B7B4A}"/>
    <dgm:cxn modelId="{D0A24737-4FF3-46D2-BA10-53DC6EC79669}" srcId="{09290078-6A82-4397-8C50-402447AB0E0F}" destId="{D55C62F6-98CC-4F26-85FF-0F131917D01B}" srcOrd="1" destOrd="0" parTransId="{87D26CD5-4A50-4ECE-B6C4-AF22382F19F4}" sibTransId="{F881059E-2932-4544-A6F7-6A69BD2F1034}"/>
    <dgm:cxn modelId="{64DEC738-A323-40F1-80F2-C0E932220E08}" srcId="{09290078-6A82-4397-8C50-402447AB0E0F}" destId="{CB514474-3729-44C5-B0FC-8557F08CA0B5}" srcOrd="2" destOrd="0" parTransId="{9DF46322-8F8E-441E-8F6B-FBC5330F7AEC}" sibTransId="{72842F89-5811-4CB5-BAA5-7DEE40CD2BE3}"/>
    <dgm:cxn modelId="{EFF08A3D-05C0-41C6-A919-ECE9123A446F}" type="presOf" srcId="{4ECC7113-86C3-451C-82CC-A3060646E131}" destId="{D75A8741-D225-49AD-8647-699701E4EC60}" srcOrd="0" destOrd="1" presId="urn:microsoft.com/office/officeart/2005/8/layout/list1"/>
    <dgm:cxn modelId="{90A4135D-BDDE-48E4-A33C-AA62BDD83F15}" type="presOf" srcId="{C55469FD-359D-48C8-A529-85092865A3BC}" destId="{CA9C8373-B3C9-4E2E-9997-763FA84E2AC5}" srcOrd="0" destOrd="0" presId="urn:microsoft.com/office/officeart/2005/8/layout/list1"/>
    <dgm:cxn modelId="{DFFF8651-055F-4E04-B077-5A363AAE25D3}" type="presOf" srcId="{F44B1BC4-AFCA-4DA9-B26A-9EDE9058E101}" destId="{F1EC53A1-A4A1-417A-A706-9D6618B1B1D0}" srcOrd="1" destOrd="0" presId="urn:microsoft.com/office/officeart/2005/8/layout/list1"/>
    <dgm:cxn modelId="{C70E0D52-5B81-4889-9146-6DE0F057205F}" type="presOf" srcId="{CB514474-3729-44C5-B0FC-8557F08CA0B5}" destId="{DB3A2AF2-B534-492D-9177-B3A8193C5504}" srcOrd="0" destOrd="0" presId="urn:microsoft.com/office/officeart/2005/8/layout/list1"/>
    <dgm:cxn modelId="{B78D2672-DDCF-4C39-A441-792D84C2C585}" srcId="{CB514474-3729-44C5-B0FC-8557F08CA0B5}" destId="{FF7325D2-4D03-432A-9B1B-00E27192621B}" srcOrd="1" destOrd="0" parTransId="{F7103158-68AC-425C-81F2-B5BD88C3F529}" sibTransId="{124E6C12-FE68-4BFA-AFD7-C789AADD5CF1}"/>
    <dgm:cxn modelId="{5BECBC75-A890-4934-B0A9-524B5DFF49F5}" type="presOf" srcId="{D55C62F6-98CC-4F26-85FF-0F131917D01B}" destId="{02E4A6EB-9829-4FF9-A6BA-747897DB86CB}" srcOrd="1" destOrd="0" presId="urn:microsoft.com/office/officeart/2005/8/layout/list1"/>
    <dgm:cxn modelId="{36559F83-410F-49C9-8056-DD5536303D49}" type="presOf" srcId="{F44B1BC4-AFCA-4DA9-B26A-9EDE9058E101}" destId="{AE1F1EBF-FC90-423C-A862-16042D9A6119}" srcOrd="0" destOrd="0" presId="urn:microsoft.com/office/officeart/2005/8/layout/list1"/>
    <dgm:cxn modelId="{604B2893-BF32-4206-9647-4C52761F77F5}" type="presOf" srcId="{CB514474-3729-44C5-B0FC-8557F08CA0B5}" destId="{50895C23-0418-4A00-B535-78961DC0B279}" srcOrd="1" destOrd="0" presId="urn:microsoft.com/office/officeart/2005/8/layout/list1"/>
    <dgm:cxn modelId="{537A2394-14D2-4BB8-B702-4EB74426CCFE}" type="presOf" srcId="{115E0B13-63EA-43D2-8333-FF669C4E26FF}" destId="{1722FB68-C79E-476F-94B4-27734D9A285A}" srcOrd="0" destOrd="0" presId="urn:microsoft.com/office/officeart/2005/8/layout/list1"/>
    <dgm:cxn modelId="{B17659A1-D59B-435E-B0FF-9B33CB7F316A}" type="presOf" srcId="{FC6E823B-12D6-4363-87E6-465A9CEEEDE9}" destId="{CA9C8373-B3C9-4E2E-9997-763FA84E2AC5}" srcOrd="0" destOrd="1" presId="urn:microsoft.com/office/officeart/2005/8/layout/list1"/>
    <dgm:cxn modelId="{967DFEC7-2C11-4A91-BE85-4707F6C4F1BD}" type="presOf" srcId="{864FFB54-D076-4507-B344-CCC8D257F0A6}" destId="{D75A8741-D225-49AD-8647-699701E4EC60}" srcOrd="0" destOrd="0" presId="urn:microsoft.com/office/officeart/2005/8/layout/list1"/>
    <dgm:cxn modelId="{8B2AFAD4-6B2A-4301-A51F-62E6A1C0D240}" srcId="{D55C62F6-98CC-4F26-85FF-0F131917D01B}" destId="{C55469FD-359D-48C8-A529-85092865A3BC}" srcOrd="0" destOrd="0" parTransId="{7305F9B9-8A3E-46BD-A206-5E6AC2968EEC}" sibTransId="{89F62417-C5F2-48C4-A854-9813EE85D983}"/>
    <dgm:cxn modelId="{CF8710D9-7087-4702-AA6D-11AAAB240562}" type="presOf" srcId="{D55C62F6-98CC-4F26-85FF-0F131917D01B}" destId="{084046C1-E245-4232-9BE6-C557D20B5364}" srcOrd="0" destOrd="0" presId="urn:microsoft.com/office/officeart/2005/8/layout/list1"/>
    <dgm:cxn modelId="{5CE392DC-5D62-4F00-A607-4F502BF92146}" srcId="{D55C62F6-98CC-4F26-85FF-0F131917D01B}" destId="{FC6E823B-12D6-4363-87E6-465A9CEEEDE9}" srcOrd="1" destOrd="0" parTransId="{A6A317D3-6439-4093-9883-8070BD91C0BF}" sibTransId="{17153095-34A0-4251-AFFD-FC2F7FB997D2}"/>
    <dgm:cxn modelId="{49E577E1-7D73-402B-9AEC-F4B43216C6E3}" srcId="{CB514474-3729-44C5-B0FC-8557F08CA0B5}" destId="{115E0B13-63EA-43D2-8333-FF669C4E26FF}" srcOrd="0" destOrd="0" parTransId="{637FF255-35BE-4AAB-9131-E0B675338F29}" sibTransId="{C548CF5F-81C1-4662-A570-D0374509171C}"/>
    <dgm:cxn modelId="{74AA74E5-B782-4B24-B3FB-16A7C2EAF46E}" type="presOf" srcId="{FF7325D2-4D03-432A-9B1B-00E27192621B}" destId="{1722FB68-C79E-476F-94B4-27734D9A285A}" srcOrd="0" destOrd="1" presId="urn:microsoft.com/office/officeart/2005/8/layout/list1"/>
    <dgm:cxn modelId="{FED2B0E9-F8CB-4450-BFC8-6E37F32F53C9}" type="presOf" srcId="{09290078-6A82-4397-8C50-402447AB0E0F}" destId="{FC213AEB-9DC0-4DC3-B22F-CD311900DF9F}" srcOrd="0" destOrd="0" presId="urn:microsoft.com/office/officeart/2005/8/layout/list1"/>
    <dgm:cxn modelId="{6976E4C9-B20C-4778-9107-373DBBE0D621}" type="presParOf" srcId="{FC213AEB-9DC0-4DC3-B22F-CD311900DF9F}" destId="{2ABA9D8E-8074-4454-9B4B-F8E9A41AE044}" srcOrd="0" destOrd="0" presId="urn:microsoft.com/office/officeart/2005/8/layout/list1"/>
    <dgm:cxn modelId="{15047B2C-ED5B-4388-B902-924BCF7C9A78}" type="presParOf" srcId="{2ABA9D8E-8074-4454-9B4B-F8E9A41AE044}" destId="{AE1F1EBF-FC90-423C-A862-16042D9A6119}" srcOrd="0" destOrd="0" presId="urn:microsoft.com/office/officeart/2005/8/layout/list1"/>
    <dgm:cxn modelId="{2129F8AA-DF48-4C2B-B9D6-AF8A698BEE85}" type="presParOf" srcId="{2ABA9D8E-8074-4454-9B4B-F8E9A41AE044}" destId="{F1EC53A1-A4A1-417A-A706-9D6618B1B1D0}" srcOrd="1" destOrd="0" presId="urn:microsoft.com/office/officeart/2005/8/layout/list1"/>
    <dgm:cxn modelId="{738D1FA6-50AA-4556-B808-024D5C4F4DFC}" type="presParOf" srcId="{FC213AEB-9DC0-4DC3-B22F-CD311900DF9F}" destId="{630681C5-1284-4A4D-929C-D2377C56B74E}" srcOrd="1" destOrd="0" presId="urn:microsoft.com/office/officeart/2005/8/layout/list1"/>
    <dgm:cxn modelId="{8036E80E-9F8D-4FB2-965E-163C0340665D}" type="presParOf" srcId="{FC213AEB-9DC0-4DC3-B22F-CD311900DF9F}" destId="{D75A8741-D225-49AD-8647-699701E4EC60}" srcOrd="2" destOrd="0" presId="urn:microsoft.com/office/officeart/2005/8/layout/list1"/>
    <dgm:cxn modelId="{042FE3DA-F9EF-4ECA-A07C-7402C247DFFA}" type="presParOf" srcId="{FC213AEB-9DC0-4DC3-B22F-CD311900DF9F}" destId="{4D32AF8E-17DA-4ACE-AB10-78739ECE5DA9}" srcOrd="3" destOrd="0" presId="urn:microsoft.com/office/officeart/2005/8/layout/list1"/>
    <dgm:cxn modelId="{9182DEC6-3509-4D80-AD1C-EA99BCB997F5}" type="presParOf" srcId="{FC213AEB-9DC0-4DC3-B22F-CD311900DF9F}" destId="{ADFB9F4C-AA83-4FD1-A454-48EE15EE54C1}" srcOrd="4" destOrd="0" presId="urn:microsoft.com/office/officeart/2005/8/layout/list1"/>
    <dgm:cxn modelId="{97BF5A94-ED83-44B8-B11A-44CE4C42A662}" type="presParOf" srcId="{ADFB9F4C-AA83-4FD1-A454-48EE15EE54C1}" destId="{084046C1-E245-4232-9BE6-C557D20B5364}" srcOrd="0" destOrd="0" presId="urn:microsoft.com/office/officeart/2005/8/layout/list1"/>
    <dgm:cxn modelId="{8DAD3BCC-4EAD-4818-A4B0-103652F67600}" type="presParOf" srcId="{ADFB9F4C-AA83-4FD1-A454-48EE15EE54C1}" destId="{02E4A6EB-9829-4FF9-A6BA-747897DB86CB}" srcOrd="1" destOrd="0" presId="urn:microsoft.com/office/officeart/2005/8/layout/list1"/>
    <dgm:cxn modelId="{BCFE5F12-2506-4DDB-AD10-E3940B16A897}" type="presParOf" srcId="{FC213AEB-9DC0-4DC3-B22F-CD311900DF9F}" destId="{4392E080-CA26-4E22-9BBE-CB87FB92D86F}" srcOrd="5" destOrd="0" presId="urn:microsoft.com/office/officeart/2005/8/layout/list1"/>
    <dgm:cxn modelId="{9B411E66-79A5-4814-943A-799240CCAB8D}" type="presParOf" srcId="{FC213AEB-9DC0-4DC3-B22F-CD311900DF9F}" destId="{CA9C8373-B3C9-4E2E-9997-763FA84E2AC5}" srcOrd="6" destOrd="0" presId="urn:microsoft.com/office/officeart/2005/8/layout/list1"/>
    <dgm:cxn modelId="{D814E614-D745-46BE-9728-1057D2E7B3E8}" type="presParOf" srcId="{FC213AEB-9DC0-4DC3-B22F-CD311900DF9F}" destId="{4E6AE286-A83A-4E15-9894-55F14F4AC991}" srcOrd="7" destOrd="0" presId="urn:microsoft.com/office/officeart/2005/8/layout/list1"/>
    <dgm:cxn modelId="{F8E65680-8B6F-451F-9D2F-9A421C88425D}" type="presParOf" srcId="{FC213AEB-9DC0-4DC3-B22F-CD311900DF9F}" destId="{D891F670-CCB6-40EE-BE24-44FE8002448E}" srcOrd="8" destOrd="0" presId="urn:microsoft.com/office/officeart/2005/8/layout/list1"/>
    <dgm:cxn modelId="{856AB0AE-6D73-4D2C-8D98-BF647043BC5F}" type="presParOf" srcId="{D891F670-CCB6-40EE-BE24-44FE8002448E}" destId="{DB3A2AF2-B534-492D-9177-B3A8193C5504}" srcOrd="0" destOrd="0" presId="urn:microsoft.com/office/officeart/2005/8/layout/list1"/>
    <dgm:cxn modelId="{136214B4-6D7F-408E-BB84-7D44655E72C2}" type="presParOf" srcId="{D891F670-CCB6-40EE-BE24-44FE8002448E}" destId="{50895C23-0418-4A00-B535-78961DC0B279}" srcOrd="1" destOrd="0" presId="urn:microsoft.com/office/officeart/2005/8/layout/list1"/>
    <dgm:cxn modelId="{F1CC49B3-73B6-4EB6-9253-F43E88601F0D}" type="presParOf" srcId="{FC213AEB-9DC0-4DC3-B22F-CD311900DF9F}" destId="{B5698C0B-CC17-486E-A5D1-EB4B12BA4183}" srcOrd="9" destOrd="0" presId="urn:microsoft.com/office/officeart/2005/8/layout/list1"/>
    <dgm:cxn modelId="{1A7709D5-D233-4CE4-81FB-A7A25DF21E7A}" type="presParOf" srcId="{FC213AEB-9DC0-4DC3-B22F-CD311900DF9F}" destId="{1722FB68-C79E-476F-94B4-27734D9A285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290078-6A82-4397-8C50-402447AB0E0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44B1BC4-AFCA-4DA9-B26A-9EDE9058E101}">
      <dgm:prSet phldrT="[文本]" custT="1"/>
      <dgm:spPr/>
      <dgm:t>
        <a:bodyPr/>
        <a:lstStyle/>
        <a:p>
          <a:r>
            <a:rPr lang="zh-CN" altLang="en-US" sz="1800" dirty="0"/>
            <a:t>方法 </a:t>
          </a:r>
          <a:r>
            <a:rPr lang="en-US" altLang="zh-CN" sz="1800" dirty="0"/>
            <a:t>1</a:t>
          </a:r>
          <a:endParaRPr lang="zh-CN" altLang="en-US" sz="1800" dirty="0"/>
        </a:p>
      </dgm:t>
    </dgm:pt>
    <dgm:pt modelId="{83DAC64D-51A2-45A5-A359-73E28887327E}" cxnId="{724D882D-BA28-45B2-A3C8-59A60A2F50B8}" type="parTrans">
      <dgm:prSet/>
      <dgm:spPr/>
      <dgm:t>
        <a:bodyPr/>
        <a:lstStyle/>
        <a:p>
          <a:endParaRPr lang="zh-CN" altLang="en-US" sz="1800"/>
        </a:p>
      </dgm:t>
    </dgm:pt>
    <dgm:pt modelId="{9442738C-A176-4AB5-8B50-DF42C30B7B4A}" cxnId="{724D882D-BA28-45B2-A3C8-59A60A2F50B8}" type="sibTrans">
      <dgm:prSet/>
      <dgm:spPr/>
      <dgm:t>
        <a:bodyPr/>
        <a:lstStyle/>
        <a:p>
          <a:endParaRPr lang="zh-CN" altLang="en-US" sz="1800"/>
        </a:p>
      </dgm:t>
    </dgm:pt>
    <dgm:pt modelId="{D55C62F6-98CC-4F26-85FF-0F131917D01B}">
      <dgm:prSet phldrT="[文本]" custT="1"/>
      <dgm:spPr/>
      <dgm:t>
        <a:bodyPr/>
        <a:lstStyle/>
        <a:p>
          <a:r>
            <a:rPr lang="zh-CN" altLang="en-US" sz="1800" dirty="0"/>
            <a:t>方法 </a:t>
          </a:r>
          <a:r>
            <a:rPr lang="en-US" altLang="zh-CN" sz="1800" dirty="0"/>
            <a:t>2</a:t>
          </a:r>
          <a:endParaRPr lang="zh-CN" altLang="en-US" sz="1800" dirty="0"/>
        </a:p>
      </dgm:t>
    </dgm:pt>
    <dgm:pt modelId="{87D26CD5-4A50-4ECE-B6C4-AF22382F19F4}" cxnId="{D0A24737-4FF3-46D2-BA10-53DC6EC79669}" type="parTrans">
      <dgm:prSet/>
      <dgm:spPr/>
      <dgm:t>
        <a:bodyPr/>
        <a:lstStyle/>
        <a:p>
          <a:endParaRPr lang="zh-CN" altLang="en-US" sz="1800"/>
        </a:p>
      </dgm:t>
    </dgm:pt>
    <dgm:pt modelId="{F881059E-2932-4544-A6F7-6A69BD2F1034}" cxnId="{D0A24737-4FF3-46D2-BA10-53DC6EC79669}" type="sibTrans">
      <dgm:prSet/>
      <dgm:spPr/>
      <dgm:t>
        <a:bodyPr/>
        <a:lstStyle/>
        <a:p>
          <a:endParaRPr lang="zh-CN" altLang="en-US" sz="1800"/>
        </a:p>
      </dgm:t>
    </dgm:pt>
    <dgm:pt modelId="{864FFB54-D076-4507-B344-CCC8D257F0A6}">
      <dgm:prSet phldrT="[文本]" custT="1"/>
      <dgm:spPr/>
      <dgm:t>
        <a:bodyPr rIns="540000"/>
        <a:lstStyle/>
        <a:p>
          <a:r>
            <a:rPr lang="zh-CN" altLang="en-US" sz="1800" dirty="0"/>
            <a:t>介绍</a:t>
          </a:r>
          <a:r>
            <a:rPr lang="en-US" altLang="zh-CN" sz="1800" dirty="0"/>
            <a:t>…… </a:t>
          </a:r>
          <a:r>
            <a:rPr lang="zh-CN" altLang="en-US" sz="1800" dirty="0"/>
            <a:t>劳仑衣普桑，认至将指点效则机，最你更枝。</a:t>
          </a:r>
        </a:p>
      </dgm:t>
    </dgm:pt>
    <dgm:pt modelId="{E9BD9BA4-6282-4CB6-B788-66E706EA0E5D}" cxnId="{00C40A1C-0027-4D41-82B7-26FACE2BAC10}" type="parTrans">
      <dgm:prSet/>
      <dgm:spPr/>
      <dgm:t>
        <a:bodyPr/>
        <a:lstStyle/>
        <a:p>
          <a:endParaRPr lang="zh-CN" altLang="en-US" sz="1800"/>
        </a:p>
      </dgm:t>
    </dgm:pt>
    <dgm:pt modelId="{F9E7C37F-EC40-4CCA-9644-376CC5E73628}" cxnId="{00C40A1C-0027-4D41-82B7-26FACE2BAC10}" type="sibTrans">
      <dgm:prSet/>
      <dgm:spPr/>
      <dgm:t>
        <a:bodyPr/>
        <a:lstStyle/>
        <a:p>
          <a:endParaRPr lang="zh-CN" altLang="en-US" sz="1800"/>
        </a:p>
      </dgm:t>
    </dgm:pt>
    <dgm:pt modelId="{C55469FD-359D-48C8-A529-85092865A3BC}">
      <dgm:prSet phldrT="[文本]" custT="1"/>
      <dgm:spPr/>
      <dgm:t>
        <a:bodyPr/>
        <a:lstStyle/>
        <a:p>
          <a:r>
            <a:rPr lang="zh-CN" altLang="en-US" sz="1800" dirty="0"/>
            <a:t>介绍</a:t>
          </a:r>
          <a:r>
            <a:rPr lang="en-US" altLang="zh-CN" sz="1800" dirty="0"/>
            <a:t>…… </a:t>
          </a:r>
          <a:r>
            <a:rPr lang="zh-CN" altLang="en-US" sz="1800" dirty="0"/>
            <a:t>劳仑衣普桑，认至将指点效则机，最你更枝。</a:t>
          </a:r>
        </a:p>
      </dgm:t>
    </dgm:pt>
    <dgm:pt modelId="{7305F9B9-8A3E-46BD-A206-5E6AC2968EEC}" cxnId="{8B2AFAD4-6B2A-4301-A51F-62E6A1C0D240}" type="parTrans">
      <dgm:prSet/>
      <dgm:spPr/>
      <dgm:t>
        <a:bodyPr/>
        <a:lstStyle/>
        <a:p>
          <a:endParaRPr lang="zh-CN" altLang="en-US" sz="1800"/>
        </a:p>
      </dgm:t>
    </dgm:pt>
    <dgm:pt modelId="{89F62417-C5F2-48C4-A854-9813EE85D983}" cxnId="{8B2AFAD4-6B2A-4301-A51F-62E6A1C0D240}" type="sibTrans">
      <dgm:prSet/>
      <dgm:spPr/>
      <dgm:t>
        <a:bodyPr/>
        <a:lstStyle/>
        <a:p>
          <a:endParaRPr lang="zh-CN" altLang="en-US" sz="1800"/>
        </a:p>
      </dgm:t>
    </dgm:pt>
    <dgm:pt modelId="{FC213AEB-9DC0-4DC3-B22F-CD311900DF9F}" type="pres">
      <dgm:prSet presAssocID="{09290078-6A82-4397-8C50-402447AB0E0F}" presName="linear" presStyleCnt="0">
        <dgm:presLayoutVars>
          <dgm:dir/>
          <dgm:animLvl val="lvl"/>
          <dgm:resizeHandles val="exact"/>
        </dgm:presLayoutVars>
      </dgm:prSet>
      <dgm:spPr/>
    </dgm:pt>
    <dgm:pt modelId="{2ABA9D8E-8074-4454-9B4B-F8E9A41AE044}" type="pres">
      <dgm:prSet presAssocID="{F44B1BC4-AFCA-4DA9-B26A-9EDE9058E101}" presName="parentLin" presStyleCnt="0"/>
      <dgm:spPr/>
    </dgm:pt>
    <dgm:pt modelId="{AE1F1EBF-FC90-423C-A862-16042D9A6119}" type="pres">
      <dgm:prSet presAssocID="{F44B1BC4-AFCA-4DA9-B26A-9EDE9058E101}" presName="parentLeftMargin" presStyleLbl="node1" presStyleIdx="0" presStyleCnt="2"/>
      <dgm:spPr/>
    </dgm:pt>
    <dgm:pt modelId="{F1EC53A1-A4A1-417A-A706-9D6618B1B1D0}" type="pres">
      <dgm:prSet presAssocID="{F44B1BC4-AFCA-4DA9-B26A-9EDE9058E1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0681C5-1284-4A4D-929C-D2377C56B74E}" type="pres">
      <dgm:prSet presAssocID="{F44B1BC4-AFCA-4DA9-B26A-9EDE9058E101}" presName="negativeSpace" presStyleCnt="0"/>
      <dgm:spPr/>
    </dgm:pt>
    <dgm:pt modelId="{D75A8741-D225-49AD-8647-699701E4EC60}" type="pres">
      <dgm:prSet presAssocID="{F44B1BC4-AFCA-4DA9-B26A-9EDE9058E101}" presName="childText" presStyleLbl="conFgAcc1" presStyleIdx="0" presStyleCnt="2">
        <dgm:presLayoutVars>
          <dgm:bulletEnabled val="1"/>
        </dgm:presLayoutVars>
      </dgm:prSet>
      <dgm:spPr/>
    </dgm:pt>
    <dgm:pt modelId="{4D32AF8E-17DA-4ACE-AB10-78739ECE5DA9}" type="pres">
      <dgm:prSet presAssocID="{9442738C-A176-4AB5-8B50-DF42C30B7B4A}" presName="spaceBetweenRectangles" presStyleCnt="0"/>
      <dgm:spPr/>
    </dgm:pt>
    <dgm:pt modelId="{ADFB9F4C-AA83-4FD1-A454-48EE15EE54C1}" type="pres">
      <dgm:prSet presAssocID="{D55C62F6-98CC-4F26-85FF-0F131917D01B}" presName="parentLin" presStyleCnt="0"/>
      <dgm:spPr/>
    </dgm:pt>
    <dgm:pt modelId="{084046C1-E245-4232-9BE6-C557D20B5364}" type="pres">
      <dgm:prSet presAssocID="{D55C62F6-98CC-4F26-85FF-0F131917D01B}" presName="parentLeftMargin" presStyleLbl="node1" presStyleIdx="0" presStyleCnt="2"/>
      <dgm:spPr/>
    </dgm:pt>
    <dgm:pt modelId="{02E4A6EB-9829-4FF9-A6BA-747897DB86CB}" type="pres">
      <dgm:prSet presAssocID="{D55C62F6-98CC-4F26-85FF-0F131917D01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392E080-CA26-4E22-9BBE-CB87FB92D86F}" type="pres">
      <dgm:prSet presAssocID="{D55C62F6-98CC-4F26-85FF-0F131917D01B}" presName="negativeSpace" presStyleCnt="0"/>
      <dgm:spPr/>
    </dgm:pt>
    <dgm:pt modelId="{CA9C8373-B3C9-4E2E-9997-763FA84E2AC5}" type="pres">
      <dgm:prSet presAssocID="{D55C62F6-98CC-4F26-85FF-0F131917D01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0C40A1C-0027-4D41-82B7-26FACE2BAC10}" srcId="{F44B1BC4-AFCA-4DA9-B26A-9EDE9058E101}" destId="{864FFB54-D076-4507-B344-CCC8D257F0A6}" srcOrd="0" destOrd="0" parTransId="{E9BD9BA4-6282-4CB6-B788-66E706EA0E5D}" sibTransId="{F9E7C37F-EC40-4CCA-9644-376CC5E73628}"/>
    <dgm:cxn modelId="{724D882D-BA28-45B2-A3C8-59A60A2F50B8}" srcId="{09290078-6A82-4397-8C50-402447AB0E0F}" destId="{F44B1BC4-AFCA-4DA9-B26A-9EDE9058E101}" srcOrd="0" destOrd="0" parTransId="{83DAC64D-51A2-45A5-A359-73E28887327E}" sibTransId="{9442738C-A176-4AB5-8B50-DF42C30B7B4A}"/>
    <dgm:cxn modelId="{D0A24737-4FF3-46D2-BA10-53DC6EC79669}" srcId="{09290078-6A82-4397-8C50-402447AB0E0F}" destId="{D55C62F6-98CC-4F26-85FF-0F131917D01B}" srcOrd="1" destOrd="0" parTransId="{87D26CD5-4A50-4ECE-B6C4-AF22382F19F4}" sibTransId="{F881059E-2932-4544-A6F7-6A69BD2F1034}"/>
    <dgm:cxn modelId="{90A4135D-BDDE-48E4-A33C-AA62BDD83F15}" type="presOf" srcId="{C55469FD-359D-48C8-A529-85092865A3BC}" destId="{CA9C8373-B3C9-4E2E-9997-763FA84E2AC5}" srcOrd="0" destOrd="0" presId="urn:microsoft.com/office/officeart/2005/8/layout/list1"/>
    <dgm:cxn modelId="{DFFF8651-055F-4E04-B077-5A363AAE25D3}" type="presOf" srcId="{F44B1BC4-AFCA-4DA9-B26A-9EDE9058E101}" destId="{F1EC53A1-A4A1-417A-A706-9D6618B1B1D0}" srcOrd="1" destOrd="0" presId="urn:microsoft.com/office/officeart/2005/8/layout/list1"/>
    <dgm:cxn modelId="{5BECBC75-A890-4934-B0A9-524B5DFF49F5}" type="presOf" srcId="{D55C62F6-98CC-4F26-85FF-0F131917D01B}" destId="{02E4A6EB-9829-4FF9-A6BA-747897DB86CB}" srcOrd="1" destOrd="0" presId="urn:microsoft.com/office/officeart/2005/8/layout/list1"/>
    <dgm:cxn modelId="{36559F83-410F-49C9-8056-DD5536303D49}" type="presOf" srcId="{F44B1BC4-AFCA-4DA9-B26A-9EDE9058E101}" destId="{AE1F1EBF-FC90-423C-A862-16042D9A6119}" srcOrd="0" destOrd="0" presId="urn:microsoft.com/office/officeart/2005/8/layout/list1"/>
    <dgm:cxn modelId="{967DFEC7-2C11-4A91-BE85-4707F6C4F1BD}" type="presOf" srcId="{864FFB54-D076-4507-B344-CCC8D257F0A6}" destId="{D75A8741-D225-49AD-8647-699701E4EC60}" srcOrd="0" destOrd="0" presId="urn:microsoft.com/office/officeart/2005/8/layout/list1"/>
    <dgm:cxn modelId="{8B2AFAD4-6B2A-4301-A51F-62E6A1C0D240}" srcId="{D55C62F6-98CC-4F26-85FF-0F131917D01B}" destId="{C55469FD-359D-48C8-A529-85092865A3BC}" srcOrd="0" destOrd="0" parTransId="{7305F9B9-8A3E-46BD-A206-5E6AC2968EEC}" sibTransId="{89F62417-C5F2-48C4-A854-9813EE85D983}"/>
    <dgm:cxn modelId="{CF8710D9-7087-4702-AA6D-11AAAB240562}" type="presOf" srcId="{D55C62F6-98CC-4F26-85FF-0F131917D01B}" destId="{084046C1-E245-4232-9BE6-C557D20B5364}" srcOrd="0" destOrd="0" presId="urn:microsoft.com/office/officeart/2005/8/layout/list1"/>
    <dgm:cxn modelId="{FED2B0E9-F8CB-4450-BFC8-6E37F32F53C9}" type="presOf" srcId="{09290078-6A82-4397-8C50-402447AB0E0F}" destId="{FC213AEB-9DC0-4DC3-B22F-CD311900DF9F}" srcOrd="0" destOrd="0" presId="urn:microsoft.com/office/officeart/2005/8/layout/list1"/>
    <dgm:cxn modelId="{6976E4C9-B20C-4778-9107-373DBBE0D621}" type="presParOf" srcId="{FC213AEB-9DC0-4DC3-B22F-CD311900DF9F}" destId="{2ABA9D8E-8074-4454-9B4B-F8E9A41AE044}" srcOrd="0" destOrd="0" presId="urn:microsoft.com/office/officeart/2005/8/layout/list1"/>
    <dgm:cxn modelId="{15047B2C-ED5B-4388-B902-924BCF7C9A78}" type="presParOf" srcId="{2ABA9D8E-8074-4454-9B4B-F8E9A41AE044}" destId="{AE1F1EBF-FC90-423C-A862-16042D9A6119}" srcOrd="0" destOrd="0" presId="urn:microsoft.com/office/officeart/2005/8/layout/list1"/>
    <dgm:cxn modelId="{2129F8AA-DF48-4C2B-B9D6-AF8A698BEE85}" type="presParOf" srcId="{2ABA9D8E-8074-4454-9B4B-F8E9A41AE044}" destId="{F1EC53A1-A4A1-417A-A706-9D6618B1B1D0}" srcOrd="1" destOrd="0" presId="urn:microsoft.com/office/officeart/2005/8/layout/list1"/>
    <dgm:cxn modelId="{738D1FA6-50AA-4556-B808-024D5C4F4DFC}" type="presParOf" srcId="{FC213AEB-9DC0-4DC3-B22F-CD311900DF9F}" destId="{630681C5-1284-4A4D-929C-D2377C56B74E}" srcOrd="1" destOrd="0" presId="urn:microsoft.com/office/officeart/2005/8/layout/list1"/>
    <dgm:cxn modelId="{8036E80E-9F8D-4FB2-965E-163C0340665D}" type="presParOf" srcId="{FC213AEB-9DC0-4DC3-B22F-CD311900DF9F}" destId="{D75A8741-D225-49AD-8647-699701E4EC60}" srcOrd="2" destOrd="0" presId="urn:microsoft.com/office/officeart/2005/8/layout/list1"/>
    <dgm:cxn modelId="{042FE3DA-F9EF-4ECA-A07C-7402C247DFFA}" type="presParOf" srcId="{FC213AEB-9DC0-4DC3-B22F-CD311900DF9F}" destId="{4D32AF8E-17DA-4ACE-AB10-78739ECE5DA9}" srcOrd="3" destOrd="0" presId="urn:microsoft.com/office/officeart/2005/8/layout/list1"/>
    <dgm:cxn modelId="{9182DEC6-3509-4D80-AD1C-EA99BCB997F5}" type="presParOf" srcId="{FC213AEB-9DC0-4DC3-B22F-CD311900DF9F}" destId="{ADFB9F4C-AA83-4FD1-A454-48EE15EE54C1}" srcOrd="4" destOrd="0" presId="urn:microsoft.com/office/officeart/2005/8/layout/list1"/>
    <dgm:cxn modelId="{97BF5A94-ED83-44B8-B11A-44CE4C42A662}" type="presParOf" srcId="{ADFB9F4C-AA83-4FD1-A454-48EE15EE54C1}" destId="{084046C1-E245-4232-9BE6-C557D20B5364}" srcOrd="0" destOrd="0" presId="urn:microsoft.com/office/officeart/2005/8/layout/list1"/>
    <dgm:cxn modelId="{8DAD3BCC-4EAD-4818-A4B0-103652F67600}" type="presParOf" srcId="{ADFB9F4C-AA83-4FD1-A454-48EE15EE54C1}" destId="{02E4A6EB-9829-4FF9-A6BA-747897DB86CB}" srcOrd="1" destOrd="0" presId="urn:microsoft.com/office/officeart/2005/8/layout/list1"/>
    <dgm:cxn modelId="{BCFE5F12-2506-4DDB-AD10-E3940B16A897}" type="presParOf" srcId="{FC213AEB-9DC0-4DC3-B22F-CD311900DF9F}" destId="{4392E080-CA26-4E22-9BBE-CB87FB92D86F}" srcOrd="5" destOrd="0" presId="urn:microsoft.com/office/officeart/2005/8/layout/list1"/>
    <dgm:cxn modelId="{9B411E66-79A5-4814-943A-799240CCAB8D}" type="presParOf" srcId="{FC213AEB-9DC0-4DC3-B22F-CD311900DF9F}" destId="{CA9C8373-B3C9-4E2E-9997-763FA84E2AC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388000" cy="5580000"/>
        <a:chOff x="0" y="0"/>
        <a:chExt cx="8388000" cy="5580000"/>
      </a:xfrm>
    </dsp:grpSpPr>
    <dsp:sp modelId="{D75A8741-D225-49AD-8647-699701E4EC60}">
      <dsp:nvSpPr>
        <dsp:cNvPr id="5" name="矩形 4"/>
        <dsp:cNvSpPr/>
      </dsp:nvSpPr>
      <dsp:spPr bwMode="white">
        <a:xfrm>
          <a:off x="0" y="458745"/>
          <a:ext cx="8388000" cy="140081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51002" tIns="374904" rIns="651002" bIns="128016" anchor="t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chemeClr val="dk1"/>
              </a:solidFill>
            </a:rPr>
            <a:t>介绍</a:t>
          </a:r>
          <a:r>
            <a:rPr lang="en-US" altLang="zh-CN" dirty="0">
              <a:solidFill>
                <a:schemeClr val="dk1"/>
              </a:solidFill>
            </a:rPr>
            <a:t>…… </a:t>
          </a:r>
          <a:r>
            <a:rPr lang="zh-CN" altLang="en-US" dirty="0">
              <a:solidFill>
                <a:schemeClr val="dk1"/>
              </a:solidFill>
            </a:rPr>
            <a:t>劳仑衣普桑，认至将指点效则机，最你更枝。想板整月正进好志次回总般，段然取向使张规军证回，世市总李率英茄持伴。</a:t>
          </a:r>
          <a:endParaRPr lang="zh-CN" altLang="en-US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chemeClr val="dk1"/>
              </a:solidFill>
            </a:rPr>
            <a:t>用阶千样响领交出，器程办管据家元写，名其直金团。</a:t>
          </a:r>
          <a:endParaRPr>
            <a:solidFill>
              <a:schemeClr val="dk1"/>
            </a:solidFill>
          </a:endParaRPr>
        </a:p>
      </dsp:txBody>
      <dsp:txXfrm>
        <a:off x="0" y="458745"/>
        <a:ext cx="8388000" cy="1400810"/>
      </dsp:txXfrm>
    </dsp:sp>
    <dsp:sp modelId="{F1EC53A1-A4A1-417A-A706-9D6618B1B1D0}">
      <dsp:nvSpPr>
        <dsp:cNvPr id="4" name="圆角矩形 3"/>
        <dsp:cNvSpPr/>
      </dsp:nvSpPr>
      <dsp:spPr bwMode="white">
        <a:xfrm>
          <a:off x="419400" y="193065"/>
          <a:ext cx="5871600" cy="5313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21932" tIns="0" rIns="221932" bIns="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方法 </a:t>
          </a:r>
          <a:r>
            <a:rPr lang="en-US" altLang="zh-CN" dirty="0"/>
            <a:t>1</a:t>
          </a:r>
          <a:endParaRPr lang="zh-CN" altLang="en-US" dirty="0"/>
        </a:p>
      </dsp:txBody>
      <dsp:txXfrm>
        <a:off x="419400" y="193065"/>
        <a:ext cx="5871600" cy="531360"/>
      </dsp:txXfrm>
    </dsp:sp>
    <dsp:sp modelId="{CA9C8373-B3C9-4E2E-9997-763FA84E2AC5}">
      <dsp:nvSpPr>
        <dsp:cNvPr id="8" name="矩形 7"/>
        <dsp:cNvSpPr/>
      </dsp:nvSpPr>
      <dsp:spPr bwMode="white">
        <a:xfrm>
          <a:off x="0" y="2222435"/>
          <a:ext cx="8388000" cy="140081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51002" tIns="374904" rIns="651002" bIns="128016" anchor="t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介绍</a:t>
          </a:r>
          <a:r>
            <a:rPr lang="en-US" altLang="zh-CN">
              <a:solidFill>
                <a:schemeClr val="dk1"/>
              </a:solidFill>
            </a:rPr>
            <a:t>…… </a:t>
          </a:r>
          <a:r>
            <a:rPr lang="zh-CN" altLang="en-US">
              <a:solidFill>
                <a:schemeClr val="dk1"/>
              </a:solidFill>
            </a:rPr>
            <a:t>劳仑衣普桑，认至将指点效则机，最你更枝。想板整月正进好志次回总般，段然取向使张规军证回，世市总李率英茄持伴。</a:t>
          </a:r>
          <a:endParaRPr lang="zh-CN" altLang="en-US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chemeClr val="dk1"/>
              </a:solidFill>
            </a:rPr>
            <a:t>用阶千样响领交出，器程办管据家元写，名其直金团。</a:t>
          </a:r>
          <a:endParaRPr>
            <a:solidFill>
              <a:schemeClr val="dk1"/>
            </a:solidFill>
          </a:endParaRPr>
        </a:p>
      </dsp:txBody>
      <dsp:txXfrm>
        <a:off x="0" y="2222435"/>
        <a:ext cx="8388000" cy="1400810"/>
      </dsp:txXfrm>
    </dsp:sp>
    <dsp:sp modelId="{02E4A6EB-9829-4FF9-A6BA-747897DB86CB}">
      <dsp:nvSpPr>
        <dsp:cNvPr id="7" name="圆角矩形 6"/>
        <dsp:cNvSpPr/>
      </dsp:nvSpPr>
      <dsp:spPr bwMode="white">
        <a:xfrm>
          <a:off x="419400" y="1956755"/>
          <a:ext cx="5871600" cy="5313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21932" tIns="0" rIns="221932" bIns="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方法 </a:t>
          </a:r>
          <a:r>
            <a:rPr lang="en-US" altLang="zh-CN" dirty="0"/>
            <a:t>2</a:t>
          </a:r>
          <a:endParaRPr lang="zh-CN" altLang="en-US" dirty="0"/>
        </a:p>
      </dsp:txBody>
      <dsp:txXfrm>
        <a:off x="419400" y="1956755"/>
        <a:ext cx="5871600" cy="531360"/>
      </dsp:txXfrm>
    </dsp:sp>
    <dsp:sp modelId="{1722FB68-C79E-476F-94B4-27734D9A285A}">
      <dsp:nvSpPr>
        <dsp:cNvPr id="11" name="矩形 10"/>
        <dsp:cNvSpPr/>
      </dsp:nvSpPr>
      <dsp:spPr bwMode="white">
        <a:xfrm>
          <a:off x="0" y="3986125"/>
          <a:ext cx="8388000" cy="140081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51002" tIns="374904" rIns="651002" bIns="128016" anchor="t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介绍</a:t>
          </a:r>
          <a:r>
            <a:rPr lang="en-US" altLang="zh-CN">
              <a:solidFill>
                <a:schemeClr val="dk1"/>
              </a:solidFill>
            </a:rPr>
            <a:t>…… </a:t>
          </a:r>
          <a:r>
            <a:rPr lang="zh-CN" altLang="en-US">
              <a:solidFill>
                <a:schemeClr val="dk1"/>
              </a:solidFill>
            </a:rPr>
            <a:t>劳仑衣普桑，认至将指点效则机，最你更枝。想板整月正进好志次回总般，段然取向使张规军证回，世市总李率英茄持伴。</a:t>
          </a:r>
          <a:endParaRPr lang="zh-CN" altLang="en-US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chemeClr val="dk1"/>
              </a:solidFill>
            </a:rPr>
            <a:t>用阶千样响领交出，器程办管据家元写，名其直金团。</a:t>
          </a:r>
          <a:endParaRPr>
            <a:solidFill>
              <a:schemeClr val="dk1"/>
            </a:solidFill>
          </a:endParaRPr>
        </a:p>
      </dsp:txBody>
      <dsp:txXfrm>
        <a:off x="0" y="3986125"/>
        <a:ext cx="8388000" cy="1400810"/>
      </dsp:txXfrm>
    </dsp:sp>
    <dsp:sp modelId="{50895C23-0418-4A00-B535-78961DC0B279}">
      <dsp:nvSpPr>
        <dsp:cNvPr id="10" name="圆角矩形 9"/>
        <dsp:cNvSpPr/>
      </dsp:nvSpPr>
      <dsp:spPr bwMode="white">
        <a:xfrm>
          <a:off x="419400" y="3720445"/>
          <a:ext cx="5871600" cy="5313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21932" tIns="0" rIns="221932" bIns="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方法 </a:t>
          </a:r>
          <a:r>
            <a:rPr lang="en-US" altLang="zh-CN" dirty="0"/>
            <a:t>3</a:t>
          </a:r>
          <a:endParaRPr lang="zh-CN" altLang="en-US" dirty="0"/>
        </a:p>
      </dsp:txBody>
      <dsp:txXfrm>
        <a:off x="419400" y="3720445"/>
        <a:ext cx="5871600" cy="531360"/>
      </dsp:txXfrm>
    </dsp:sp>
    <dsp:sp modelId="{AE1F1EBF-FC90-423C-A862-16042D9A6119}">
      <dsp:nvSpPr>
        <dsp:cNvPr id="3" name="矩形 2" hidden="1"/>
        <dsp:cNvSpPr/>
      </dsp:nvSpPr>
      <dsp:spPr>
        <a:xfrm>
          <a:off x="0" y="193065"/>
          <a:ext cx="419400" cy="531360"/>
        </a:xfrm>
        <a:prstGeom prst="rect">
          <a:avLst/>
        </a:prstGeom>
      </dsp:spPr>
      <dsp:txXfrm>
        <a:off x="0" y="193065"/>
        <a:ext cx="419400" cy="531360"/>
      </dsp:txXfrm>
    </dsp:sp>
    <dsp:sp modelId="{084046C1-E245-4232-9BE6-C557D20B5364}">
      <dsp:nvSpPr>
        <dsp:cNvPr id="6" name="矩形 5" hidden="1"/>
        <dsp:cNvSpPr/>
      </dsp:nvSpPr>
      <dsp:spPr>
        <a:xfrm>
          <a:off x="0" y="1956755"/>
          <a:ext cx="419400" cy="531360"/>
        </a:xfrm>
        <a:prstGeom prst="rect">
          <a:avLst/>
        </a:prstGeom>
      </dsp:spPr>
      <dsp:txXfrm>
        <a:off x="0" y="1956755"/>
        <a:ext cx="419400" cy="531360"/>
      </dsp:txXfrm>
    </dsp:sp>
    <dsp:sp modelId="{DB3A2AF2-B534-492D-9177-B3A8193C5504}">
      <dsp:nvSpPr>
        <dsp:cNvPr id="9" name="矩形 8" hidden="1"/>
        <dsp:cNvSpPr/>
      </dsp:nvSpPr>
      <dsp:spPr>
        <a:xfrm>
          <a:off x="0" y="3720445"/>
          <a:ext cx="419400" cy="531360"/>
        </a:xfrm>
        <a:prstGeom prst="rect">
          <a:avLst/>
        </a:prstGeom>
      </dsp:spPr>
      <dsp:txXfrm>
        <a:off x="0" y="3720445"/>
        <a:ext cx="419400" cy="531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737498" cy="2391959"/>
        <a:chOff x="0" y="0"/>
        <a:chExt cx="10737498" cy="2391959"/>
      </a:xfrm>
    </dsp:grpSpPr>
    <dsp:sp modelId="{D75A8741-D225-49AD-8647-699701E4EC60}">
      <dsp:nvSpPr>
        <dsp:cNvPr id="5" name="矩形 4"/>
        <dsp:cNvSpPr/>
      </dsp:nvSpPr>
      <dsp:spPr bwMode="white">
        <a:xfrm>
          <a:off x="0" y="304414"/>
          <a:ext cx="10737498" cy="83756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33349" tIns="416559" rIns="540000" bIns="128016" anchor="t"/>
        <a:lstStyle>
          <a:lvl1pPr algn="l">
            <a:defRPr sz="20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dirty="0">
              <a:solidFill>
                <a:schemeClr val="dk1"/>
              </a:solidFill>
            </a:rPr>
            <a:t>介绍</a:t>
          </a:r>
          <a:r>
            <a:rPr lang="en-US" altLang="zh-CN" sz="1800" dirty="0">
              <a:solidFill>
                <a:schemeClr val="dk1"/>
              </a:solidFill>
            </a:rPr>
            <a:t>…… </a:t>
          </a:r>
          <a:r>
            <a:rPr lang="zh-CN" altLang="en-US" sz="1800" dirty="0">
              <a:solidFill>
                <a:schemeClr val="dk1"/>
              </a:solidFill>
            </a:rPr>
            <a:t>劳仑衣普桑，认至将指点效则机，最你更枝。</a:t>
          </a:r>
          <a:endParaRPr>
            <a:solidFill>
              <a:schemeClr val="dk1"/>
            </a:solidFill>
          </a:endParaRPr>
        </a:p>
      </dsp:txBody>
      <dsp:txXfrm>
        <a:off x="0" y="304414"/>
        <a:ext cx="10737498" cy="837565"/>
      </dsp:txXfrm>
    </dsp:sp>
    <dsp:sp modelId="{F1EC53A1-A4A1-417A-A706-9D6618B1B1D0}">
      <dsp:nvSpPr>
        <dsp:cNvPr id="4" name="圆角矩形 3"/>
        <dsp:cNvSpPr/>
      </dsp:nvSpPr>
      <dsp:spPr bwMode="white">
        <a:xfrm>
          <a:off x="536875" y="9214"/>
          <a:ext cx="7516249" cy="5904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84096" tIns="0" rIns="284096" bIns="0" anchor="ctr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方法 </a:t>
          </a:r>
          <a:r>
            <a:rPr lang="en-US" altLang="zh-CN" sz="1800" dirty="0"/>
            <a:t>1</a:t>
          </a:r>
          <a:endParaRPr lang="zh-CN" altLang="en-US" sz="1800" dirty="0"/>
        </a:p>
      </dsp:txBody>
      <dsp:txXfrm>
        <a:off x="536875" y="9214"/>
        <a:ext cx="7516249" cy="590400"/>
      </dsp:txXfrm>
    </dsp:sp>
    <dsp:sp modelId="{CA9C8373-B3C9-4E2E-9997-763FA84E2AC5}">
      <dsp:nvSpPr>
        <dsp:cNvPr id="8" name="矩形 7"/>
        <dsp:cNvSpPr/>
      </dsp:nvSpPr>
      <dsp:spPr bwMode="white">
        <a:xfrm>
          <a:off x="0" y="1545180"/>
          <a:ext cx="10737498" cy="83756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33349" tIns="416559" rIns="833349" bIns="128016" anchor="t"/>
        <a:lstStyle>
          <a:lvl1pPr algn="l">
            <a:defRPr sz="20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dirty="0">
              <a:solidFill>
                <a:schemeClr val="dk1"/>
              </a:solidFill>
            </a:rPr>
            <a:t>介绍</a:t>
          </a:r>
          <a:r>
            <a:rPr lang="en-US" altLang="zh-CN" sz="1800" dirty="0">
              <a:solidFill>
                <a:schemeClr val="dk1"/>
              </a:solidFill>
            </a:rPr>
            <a:t>…… </a:t>
          </a:r>
          <a:r>
            <a:rPr lang="zh-CN" altLang="en-US" sz="1800" dirty="0">
              <a:solidFill>
                <a:schemeClr val="dk1"/>
              </a:solidFill>
            </a:rPr>
            <a:t>劳仑衣普桑，认至将指点效则机，最你更枝。</a:t>
          </a:r>
          <a:endParaRPr>
            <a:solidFill>
              <a:schemeClr val="dk1"/>
            </a:solidFill>
          </a:endParaRPr>
        </a:p>
      </dsp:txBody>
      <dsp:txXfrm>
        <a:off x="0" y="1545180"/>
        <a:ext cx="10737498" cy="837565"/>
      </dsp:txXfrm>
    </dsp:sp>
    <dsp:sp modelId="{02E4A6EB-9829-4FF9-A6BA-747897DB86CB}">
      <dsp:nvSpPr>
        <dsp:cNvPr id="7" name="圆角矩形 6"/>
        <dsp:cNvSpPr/>
      </dsp:nvSpPr>
      <dsp:spPr bwMode="white">
        <a:xfrm>
          <a:off x="536875" y="1249980"/>
          <a:ext cx="7516249" cy="5904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84096" tIns="0" rIns="284096" bIns="0" anchor="ctr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方法 </a:t>
          </a:r>
          <a:r>
            <a:rPr lang="en-US" altLang="zh-CN" sz="1800" dirty="0"/>
            <a:t>2</a:t>
          </a:r>
          <a:endParaRPr lang="zh-CN" altLang="en-US" sz="1800" dirty="0"/>
        </a:p>
      </dsp:txBody>
      <dsp:txXfrm>
        <a:off x="536875" y="1249980"/>
        <a:ext cx="7516249" cy="590400"/>
      </dsp:txXfrm>
    </dsp:sp>
    <dsp:sp modelId="{AE1F1EBF-FC90-423C-A862-16042D9A6119}">
      <dsp:nvSpPr>
        <dsp:cNvPr id="3" name="矩形 2" hidden="1"/>
        <dsp:cNvSpPr/>
      </dsp:nvSpPr>
      <dsp:spPr>
        <a:xfrm>
          <a:off x="0" y="9214"/>
          <a:ext cx="536875" cy="590400"/>
        </a:xfrm>
        <a:prstGeom prst="rect">
          <a:avLst/>
        </a:prstGeom>
      </dsp:spPr>
      <dsp:txXfrm>
        <a:off x="0" y="9214"/>
        <a:ext cx="536875" cy="590400"/>
      </dsp:txXfrm>
    </dsp:sp>
    <dsp:sp modelId="{084046C1-E245-4232-9BE6-C557D20B5364}">
      <dsp:nvSpPr>
        <dsp:cNvPr id="6" name="矩形 5" hidden="1"/>
        <dsp:cNvSpPr/>
      </dsp:nvSpPr>
      <dsp:spPr>
        <a:xfrm>
          <a:off x="0" y="1249980"/>
          <a:ext cx="536875" cy="590400"/>
        </a:xfrm>
        <a:prstGeom prst="rect">
          <a:avLst/>
        </a:prstGeom>
      </dsp:spPr>
      <dsp:txXfrm>
        <a:off x="0" y="1249980"/>
        <a:ext cx="536875" cy="590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973FD-4896-4697-BA13-C4A784E34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2D51C-6ABC-4687-9255-3BCF9BAFDF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B9FE5A-EF66-4766-8407-3544EDF3E80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C3075-5FC6-4713-9D9C-EE6B985216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B9FE5A-EF66-4766-8407-3544EDF3E80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9.xml"/><Relationship Id="rId5" Type="http://schemas.openxmlformats.org/officeDocument/2006/relationships/image" Target="../media/image4.jpe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1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0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7.png"/><Relationship Id="rId2" Type="http://schemas.openxmlformats.org/officeDocument/2006/relationships/tags" Target="../tags/tag17.xml"/><Relationship Id="rId11" Type="http://schemas.openxmlformats.org/officeDocument/2006/relationships/image" Target="../media/image8.png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2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3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image" Target="file:///C:\Users\1V994W2\Documents\Tencent%20Files\574576071\FileRecv\&#25340;&#35013;&#32032;&#26448;\formiddle1\\35\subject_holdleft_91,155,213_0_staid_full_0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5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51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6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59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6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66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7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78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6.png"/><Relationship Id="rId6" Type="http://schemas.openxmlformats.org/officeDocument/2006/relationships/tags" Target="../tags/tag8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6.png"/><Relationship Id="rId6" Type="http://schemas.openxmlformats.org/officeDocument/2006/relationships/tags" Target="../tags/tag10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6.png"/><Relationship Id="rId6" Type="http://schemas.openxmlformats.org/officeDocument/2006/relationships/tags" Target="../tags/tag11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6.png"/><Relationship Id="rId6" Type="http://schemas.openxmlformats.org/officeDocument/2006/relationships/tags" Target="../tags/tag12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6.png"/><Relationship Id="rId6" Type="http://schemas.openxmlformats.org/officeDocument/2006/relationships/tags" Target="../tags/tag13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tags" Target="../tags/tag137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2921000" y="2746375"/>
            <a:ext cx="6350000" cy="1330960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Font typeface="Arial" panose="020B0604020202020204" pitchFamily="34" charset="0"/>
              <a:buNone/>
              <a:defRPr sz="7200" b="0" spc="-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2921001" y="4376932"/>
            <a:ext cx="6350000" cy="468120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>
            <p:custDataLst>
              <p:tags r:id="rId10"/>
            </p:custDataLst>
          </p:nvPr>
        </p:nvCxnSpPr>
        <p:spPr>
          <a:xfrm>
            <a:off x="3107055" y="4280535"/>
            <a:ext cx="597789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733493" y="6366031"/>
            <a:ext cx="2700000" cy="316800"/>
          </a:xfrm>
        </p:spPr>
        <p:txBody>
          <a:bodyPr wrap="square">
            <a:noAutofit/>
          </a:bodyPr>
          <a:lstStyle>
            <a:lvl1pPr>
              <a:defRPr sz="160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816425" y="6359068"/>
            <a:ext cx="2559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kern="0" baseline="0" dirty="0">
                <a:solidFill>
                  <a:srgbClr val="004E98"/>
                </a:solidFill>
                <a:latin typeface="+mj-lt"/>
                <a:ea typeface="宋体" panose="02010600030101010101" pitchFamily="2" charset="-122"/>
              </a:rPr>
              <a:t>本科毕业论文开题答辩</a:t>
            </a:r>
            <a:endParaRPr lang="zh-CN" altLang="en-US" sz="1600" kern="0" baseline="0" dirty="0">
              <a:solidFill>
                <a:srgbClr val="004E98"/>
              </a:solidFill>
              <a:latin typeface="+mj-lt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95325" y="6308875"/>
            <a:ext cx="10738168" cy="0"/>
          </a:xfrm>
          <a:prstGeom prst="line">
            <a:avLst/>
          </a:prstGeom>
          <a:ln>
            <a:solidFill>
              <a:srgbClr val="004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 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6358508"/>
            <a:ext cx="2465805" cy="45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平行四边形 2"/>
          <p:cNvSpPr/>
          <p:nvPr userDrawn="1"/>
        </p:nvSpPr>
        <p:spPr>
          <a:xfrm>
            <a:off x="963386" y="0"/>
            <a:ext cx="11228097" cy="685800"/>
          </a:xfrm>
          <a:prstGeom prst="parallelogram">
            <a:avLst>
              <a:gd name="adj" fmla="val 44445"/>
            </a:avLst>
          </a:prstGeom>
          <a:solidFill>
            <a:srgbClr val="0F6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5" y="1"/>
            <a:ext cx="7496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01400" y="11373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平行四边形 16"/>
          <p:cNvSpPr/>
          <p:nvPr userDrawn="1"/>
        </p:nvSpPr>
        <p:spPr>
          <a:xfrm>
            <a:off x="11089348" y="31647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935999" y="103450"/>
            <a:ext cx="4320004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1163956" y="2644457"/>
            <a:ext cx="5767705" cy="986445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4800"/>
              <a:buFont typeface="Arial" panose="020B0604020202020204" pitchFamily="34" charset="0"/>
              <a:buNone/>
              <a:defRPr sz="48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1163956" y="3762393"/>
            <a:ext cx="5767705" cy="451152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16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>
            <p:custDataLst>
              <p:tags r:id="rId10"/>
            </p:custDataLst>
          </p:nvPr>
        </p:nvCxnSpPr>
        <p:spPr>
          <a:xfrm>
            <a:off x="1163955" y="3696653"/>
            <a:ext cx="643509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2920683" y="3678238"/>
            <a:ext cx="6350000" cy="1103630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ctr" rtl="0" eaLnBrk="1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1800"/>
              <a:buFont typeface="Arial" panose="020B0604020202020204" pitchFamily="34" charset="0"/>
              <a:buNone/>
            </a:pPr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2920683" y="2076133"/>
            <a:ext cx="6350635" cy="1398905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636543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5749718"/>
            <a:ext cx="1620202" cy="1108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校徽空白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2A7A-06EE-4B90-8FCA-EA7A5ACFD9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AA2C-C792-4D70-A6EA-D55D7E85EC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tags" Target="../tags/tag143.xml"/><Relationship Id="rId26" Type="http://schemas.openxmlformats.org/officeDocument/2006/relationships/tags" Target="../tags/tag142.xml"/><Relationship Id="rId25" Type="http://schemas.openxmlformats.org/officeDocument/2006/relationships/tags" Target="../tags/tag141.xml"/><Relationship Id="rId24" Type="http://schemas.openxmlformats.org/officeDocument/2006/relationships/tags" Target="../tags/tag140.xml"/><Relationship Id="rId23" Type="http://schemas.openxmlformats.org/officeDocument/2006/relationships/tags" Target="../tags/tag139.xml"/><Relationship Id="rId22" Type="http://schemas.openxmlformats.org/officeDocument/2006/relationships/tags" Target="../tags/tag138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822055" y="44306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/>
              <a:t>/19</a:t>
            </a:r>
            <a:endParaRPr lang="en-US" altLang="zh-CN" dirty="0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tags" Target="../tags/tag145.xml"/><Relationship Id="rId19" Type="http://schemas.openxmlformats.org/officeDocument/2006/relationships/tags" Target="../tags/tag161.xml"/><Relationship Id="rId18" Type="http://schemas.openxmlformats.org/officeDocument/2006/relationships/tags" Target="../tags/tag160.xml"/><Relationship Id="rId17" Type="http://schemas.openxmlformats.org/officeDocument/2006/relationships/image" Target="../media/image8.png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2.png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6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-3393"/>
            <a:ext cx="12192000" cy="5630286"/>
          </a:xfrm>
          <a:prstGeom prst="rect">
            <a:avLst/>
          </a:prstGeom>
          <a:solidFill>
            <a:schemeClr val="bg1">
              <a:lumMod val="95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31349" y="1772151"/>
            <a:ext cx="6208593" cy="142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035A80"/>
                </a:solidFill>
                <a:latin typeface="方正大标宋_GBK" panose="03000509000000000000" pitchFamily="65" charset="-122"/>
                <a:ea typeface="方正大标宋_GBK" panose="03000509000000000000" pitchFamily="65" charset="-122"/>
              </a:rPr>
              <a:t>本科毕业论文开题答辩</a:t>
            </a:r>
            <a:endParaRPr lang="en-US" altLang="zh-CN" sz="4400" b="1" dirty="0">
              <a:solidFill>
                <a:srgbClr val="035A80"/>
              </a:solidFill>
              <a:latin typeface="方正大标宋_GBK" panose="03000509000000000000" pitchFamily="65" charset="-122"/>
              <a:ea typeface="方正大标宋_GBK" panose="03000509000000000000" pitchFamily="65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35A8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5A8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题目：</a:t>
            </a:r>
            <a:r>
              <a:rPr lang="en-US" altLang="zh-CN" sz="3200" b="1" dirty="0">
                <a:solidFill>
                  <a:srgbClr val="035A80"/>
                </a:solidFill>
                <a:latin typeface="黑体" panose="02010609060101010101" charset="-122"/>
                <a:ea typeface="黑体" panose="02010609060101010101" charset="-122"/>
              </a:rPr>
              <a:t>……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35A8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5630286"/>
            <a:ext cx="12192000" cy="1227713"/>
          </a:xfrm>
          <a:prstGeom prst="rect">
            <a:avLst/>
          </a:prstGeom>
          <a:solidFill>
            <a:srgbClr val="03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6093" y="6100176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规格严格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|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功夫到家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68948" y="3925335"/>
            <a:ext cx="3682290" cy="809099"/>
            <a:chOff x="3285725" y="4370615"/>
            <a:chExt cx="1826014" cy="927778"/>
          </a:xfrm>
        </p:grpSpPr>
        <p:sp>
          <p:nvSpPr>
            <p:cNvPr id="14" name="矩形 13"/>
            <p:cNvSpPr/>
            <p:nvPr/>
          </p:nvSpPr>
          <p:spPr>
            <a:xfrm>
              <a:off x="3285725" y="4370615"/>
              <a:ext cx="1826014" cy="927778"/>
            </a:xfrm>
            <a:prstGeom prst="rect">
              <a:avLst/>
            </a:prstGeom>
            <a:solidFill>
              <a:srgbClr val="035A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_GBK" panose="03000509000000000000" pitchFamily="65" charset="-122"/>
                <a:ea typeface="方正大标宋_GBK" panose="03000509000000000000" pitchFamily="65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2494" y="4471574"/>
              <a:ext cx="1675224" cy="670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汇报人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</a:t>
              </a:r>
              <a:r>
                <a:rPr lang="en-US" altLang="zh-CN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XXX</a:t>
              </a:r>
              <a:endParaRPr lang="en-US" altLang="zh-CN" sz="1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日期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852058" y="5628024"/>
            <a:ext cx="6487884" cy="148518"/>
            <a:chOff x="2950029" y="5627954"/>
            <a:chExt cx="6487884" cy="148518"/>
          </a:xfrm>
        </p:grpSpPr>
        <p:sp>
          <p:nvSpPr>
            <p:cNvPr id="18" name="矩形 17"/>
            <p:cNvSpPr/>
            <p:nvPr/>
          </p:nvSpPr>
          <p:spPr>
            <a:xfrm>
              <a:off x="2950029" y="5627955"/>
              <a:ext cx="1621971" cy="14851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572000" y="5627954"/>
              <a:ext cx="1621971" cy="14851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93971" y="5627957"/>
              <a:ext cx="1621971" cy="14851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815942" y="5627956"/>
              <a:ext cx="1621971" cy="1485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974" y="632539"/>
            <a:ext cx="4944239" cy="88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>
            <p:custDataLst>
              <p:tags r:id="rId1"/>
            </p:custDataLst>
          </p:nvPr>
        </p:nvSpPr>
        <p:spPr bwMode="auto">
          <a:xfrm>
            <a:off x="4333875" y="1438275"/>
            <a:ext cx="7210800" cy="768350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梯形 5"/>
          <p:cNvSpPr/>
          <p:nvPr>
            <p:custDataLst>
              <p:tags r:id="rId2"/>
            </p:custDataLst>
          </p:nvPr>
        </p:nvSpPr>
        <p:spPr bwMode="auto">
          <a:xfrm flipV="1">
            <a:off x="4689276" y="2205566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梯形 6"/>
          <p:cNvSpPr/>
          <p:nvPr>
            <p:custDataLst>
              <p:tags r:id="rId3"/>
            </p:custDataLst>
          </p:nvPr>
        </p:nvSpPr>
        <p:spPr bwMode="auto">
          <a:xfrm>
            <a:off x="4695034" y="1362387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4899536" y="1358583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132829" y="1443990"/>
            <a:ext cx="5411471" cy="77279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课题背景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6"/>
            </p:custDataLst>
          </p:nvPr>
        </p:nvSpPr>
        <p:spPr bwMode="auto">
          <a:xfrm>
            <a:off x="4333875" y="2660917"/>
            <a:ext cx="7210519" cy="768083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梯形 10"/>
          <p:cNvSpPr/>
          <p:nvPr>
            <p:custDataLst>
              <p:tags r:id="rId7"/>
            </p:custDataLst>
          </p:nvPr>
        </p:nvSpPr>
        <p:spPr bwMode="auto">
          <a:xfrm flipV="1">
            <a:off x="4694091" y="3428047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梯形 11"/>
          <p:cNvSpPr/>
          <p:nvPr>
            <p:custDataLst>
              <p:tags r:id="rId8"/>
            </p:custDataLst>
          </p:nvPr>
        </p:nvSpPr>
        <p:spPr bwMode="auto">
          <a:xfrm>
            <a:off x="4695128" y="2584868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 bwMode="auto">
          <a:xfrm>
            <a:off x="4899630" y="2581064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151558" y="2667447"/>
            <a:ext cx="5256848" cy="77287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研究现状及分析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4315146" y="3814482"/>
            <a:ext cx="7210519" cy="768083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梯形 15"/>
          <p:cNvSpPr/>
          <p:nvPr>
            <p:custDataLst>
              <p:tags r:id="rId12"/>
            </p:custDataLst>
          </p:nvPr>
        </p:nvSpPr>
        <p:spPr bwMode="auto">
          <a:xfrm flipV="1">
            <a:off x="4675362" y="4581612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梯形 16"/>
          <p:cNvSpPr/>
          <p:nvPr>
            <p:custDataLst>
              <p:tags r:id="rId13"/>
            </p:custDataLst>
          </p:nvPr>
        </p:nvSpPr>
        <p:spPr bwMode="auto">
          <a:xfrm>
            <a:off x="4701504" y="3812280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14"/>
            </p:custDataLst>
          </p:nvPr>
        </p:nvSpPr>
        <p:spPr bwMode="auto">
          <a:xfrm>
            <a:off x="4880901" y="3734632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6132829" y="3821012"/>
            <a:ext cx="5256848" cy="77287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研究内容及研究方案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6912001" y="519430"/>
            <a:ext cx="216662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lstStyle/>
          <a:p>
            <a:pPr algn="dist"/>
            <a:r>
              <a:rPr lang="zh-CN" altLang="en-US"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800" b="1" spc="60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  <p:sp>
        <p:nvSpPr>
          <p:cNvPr id="4" name="圆角矩形 14"/>
          <p:cNvSpPr/>
          <p:nvPr>
            <p:custDataLst>
              <p:tags r:id="rId18"/>
            </p:custDataLst>
          </p:nvPr>
        </p:nvSpPr>
        <p:spPr bwMode="auto">
          <a:xfrm>
            <a:off x="4315146" y="5058468"/>
            <a:ext cx="7210519" cy="768083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梯形 4"/>
          <p:cNvSpPr/>
          <p:nvPr>
            <p:custDataLst>
              <p:tags r:id="rId19"/>
            </p:custDataLst>
          </p:nvPr>
        </p:nvSpPr>
        <p:spPr bwMode="auto">
          <a:xfrm flipV="1">
            <a:off x="4675362" y="5825598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" name="梯形 19"/>
          <p:cNvSpPr/>
          <p:nvPr>
            <p:custDataLst>
              <p:tags r:id="rId20"/>
            </p:custDataLst>
          </p:nvPr>
        </p:nvSpPr>
        <p:spPr bwMode="auto">
          <a:xfrm>
            <a:off x="4676399" y="4982419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21"/>
            </p:custDataLst>
          </p:nvPr>
        </p:nvSpPr>
        <p:spPr bwMode="auto">
          <a:xfrm>
            <a:off x="4880901" y="4978618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四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6132829" y="5064998"/>
            <a:ext cx="5256848" cy="772871"/>
          </a:xfrm>
          <a:prstGeom prst="rect">
            <a:avLst/>
          </a:prstGeom>
          <a:noFill/>
        </p:spPr>
        <p:txBody>
          <a:bodyPr wrap="square" rtlCol="0" anchor="ctr" anchorCtr="0">
            <a:normAutofit fontScale="85000" lnSpcReduction="10000"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其他情况（进度安排等）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312000" y="2348865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3312000" y="2679700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708000" y="2953803"/>
            <a:ext cx="6132665" cy="1008256"/>
            <a:chOff x="4043304" y="2241962"/>
            <a:chExt cx="6132665" cy="1008256"/>
          </a:xfrm>
        </p:grpSpPr>
        <p:sp>
          <p:nvSpPr>
            <p:cNvPr id="47" name="文本框 46"/>
            <p:cNvSpPr txBox="1"/>
            <p:nvPr/>
          </p:nvSpPr>
          <p:spPr>
            <a:xfrm>
              <a:off x="5627304" y="2362240"/>
              <a:ext cx="454866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uFillTx/>
                  <a:latin typeface="微软雅黑" panose="020B0503020204020204" charset="-122"/>
                  <a:ea typeface="微软雅黑" panose="020B0503020204020204" charset="-122"/>
                </a:rPr>
                <a:t>课题背景</a:t>
              </a:r>
              <a:endParaRPr lang="zh-CN" altLang="en-US" sz="4800" b="1" dirty="0">
                <a:solidFill>
                  <a:srgbClr val="004E98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一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503048" y="799635"/>
            <a:ext cx="10992957" cy="1134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PPT </a:t>
            </a:r>
            <a:r>
              <a:rPr lang="zh-CN" altLang="en-US" sz="2400" dirty="0"/>
              <a:t>中有页码，总页数在全部 </a:t>
            </a:r>
            <a:r>
              <a:rPr lang="en-US" altLang="zh-CN" sz="2400" dirty="0"/>
              <a:t>PPT </a:t>
            </a:r>
            <a:r>
              <a:rPr lang="zh-CN" altLang="en-US" sz="2400" dirty="0"/>
              <a:t>完成后使用查找替换来更改即可。比如总共是</a:t>
            </a:r>
            <a:r>
              <a:rPr lang="en-US" altLang="zh-CN" sz="2400" dirty="0"/>
              <a:t>12</a:t>
            </a:r>
            <a:r>
              <a:rPr lang="zh-CN" altLang="en-US" sz="2400" dirty="0"/>
              <a:t>页，就将“</a:t>
            </a:r>
            <a:r>
              <a:rPr lang="en-US" altLang="zh-CN" sz="2400" dirty="0"/>
              <a:t>/19</a:t>
            </a:r>
            <a:r>
              <a:rPr lang="zh-CN" altLang="en-US" sz="2400" dirty="0"/>
              <a:t>”替换成“</a:t>
            </a:r>
            <a:r>
              <a:rPr lang="en-US" altLang="zh-CN" sz="2400" dirty="0"/>
              <a:t>/12</a:t>
            </a:r>
            <a:r>
              <a:rPr lang="zh-CN" altLang="en-US" sz="2400" dirty="0"/>
              <a:t>”即可。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一、课题背景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05353" y="5756707"/>
            <a:ext cx="2810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图注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896004" y="5756707"/>
            <a:ext cx="25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图注</a:t>
            </a:r>
            <a:r>
              <a:rPr lang="en-US" altLang="zh-CN" sz="1800" dirty="0"/>
              <a:t>2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143" y="2340054"/>
            <a:ext cx="4320004" cy="32400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511" y="2340054"/>
            <a:ext cx="4320004" cy="32400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503048" y="799635"/>
            <a:ext cx="10992957" cy="1422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小技巧：选择“嵌入字体”，保存的时候字体格式就不会乱啦！（如下左图）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封面和尾页的标题字体是“方正大标宋</a:t>
            </a:r>
            <a:r>
              <a:rPr lang="en-US" altLang="zh-CN" sz="2000" dirty="0"/>
              <a:t>_GBK</a:t>
            </a:r>
            <a:r>
              <a:rPr lang="zh-CN" altLang="en-US" sz="2000" dirty="0"/>
              <a:t>”，一般人电脑上并不会安装，但是只要不去更改它，就不用担心，因为字体是嵌入的！其余字体基本是微软雅黑或宋体，不用担心乱掉的问题！</a:t>
            </a:r>
            <a:endParaRPr lang="en-US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一、课题背景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05353" y="5756707"/>
            <a:ext cx="2810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图注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896004" y="5756707"/>
            <a:ext cx="25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图注</a:t>
            </a:r>
            <a:r>
              <a:rPr lang="en-US" altLang="zh-CN" sz="1800" dirty="0"/>
              <a:t>2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488" y="2832495"/>
            <a:ext cx="3302513" cy="24768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07" y="2742603"/>
            <a:ext cx="5681336" cy="16515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657997" y="2319934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657997" y="2650769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053997" y="2924872"/>
            <a:ext cx="6084005" cy="1008256"/>
            <a:chOff x="4043304" y="2241962"/>
            <a:chExt cx="6084005" cy="1008256"/>
          </a:xfrm>
        </p:grpSpPr>
        <p:sp>
          <p:nvSpPr>
            <p:cNvPr id="47" name="文本框 46"/>
            <p:cNvSpPr txBox="1"/>
            <p:nvPr/>
          </p:nvSpPr>
          <p:spPr>
            <a:xfrm>
              <a:off x="5627303" y="2362240"/>
              <a:ext cx="45000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uFillTx/>
                  <a:latin typeface="微软雅黑" panose="020B0503020204020204" charset="-122"/>
                  <a:ea typeface="微软雅黑" panose="020B0503020204020204" charset="-122"/>
                </a:rPr>
                <a:t>研究现状及分析</a:t>
              </a:r>
              <a:endParaRPr lang="zh-CN" altLang="en-US" sz="4800" b="1" dirty="0">
                <a:solidFill>
                  <a:srgbClr val="004E98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二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9291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、研究现状及分析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——XXX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研究现状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3048" y="799635"/>
            <a:ext cx="10992957" cy="580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如为分三类式，可采用下面模板；如为分</a:t>
            </a:r>
            <a:r>
              <a:rPr lang="en-US" altLang="zh-CN" sz="2400" dirty="0"/>
              <a:t>4-6</a:t>
            </a:r>
            <a:r>
              <a:rPr lang="zh-CN" altLang="en-US" sz="2400" dirty="0"/>
              <a:t>类，可采用下面两页 </a:t>
            </a:r>
            <a:r>
              <a:rPr lang="en-US" altLang="zh-CN" sz="2400" dirty="0"/>
              <a:t>ppt </a:t>
            </a:r>
            <a:r>
              <a:rPr lang="zh-CN" altLang="en-US" sz="2400" dirty="0"/>
              <a:t>相组合。</a:t>
            </a:r>
            <a:endParaRPr lang="en-US" altLang="zh-CN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848215" y="4260401"/>
            <a:ext cx="3133045" cy="75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简介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j-ea"/>
                <a:ea typeface="+mj-ea"/>
              </a:rPr>
              <a:t>……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95995" y="1430170"/>
            <a:ext cx="3392050" cy="4636645"/>
          </a:xfrm>
          <a:prstGeom prst="roundRect">
            <a:avLst/>
          </a:prstGeom>
          <a:noFill/>
          <a:ln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5384" y="1547755"/>
            <a:ext cx="2718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类别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1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4399975" y="1430170"/>
            <a:ext cx="3392050" cy="4636645"/>
          </a:xfrm>
          <a:prstGeom prst="roundRect">
            <a:avLst/>
          </a:prstGeom>
          <a:noFill/>
          <a:ln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746904" y="1558923"/>
            <a:ext cx="2739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prstClr val="black"/>
                </a:solidFill>
                <a:latin typeface="+mj-ea"/>
                <a:ea typeface="+mj-ea"/>
              </a:rPr>
              <a:t>类别</a:t>
            </a:r>
            <a:r>
              <a:rPr lang="en-US" altLang="zh-CN" sz="2000" b="1" dirty="0">
                <a:solidFill>
                  <a:prstClr val="black"/>
                </a:solidFill>
                <a:latin typeface="+mj-ea"/>
                <a:ea typeface="+mj-ea"/>
              </a:rPr>
              <a:t>2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099069" y="1430170"/>
            <a:ext cx="3392050" cy="4636645"/>
          </a:xfrm>
          <a:prstGeom prst="roundRect">
            <a:avLst/>
          </a:prstGeom>
          <a:noFill/>
          <a:ln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348896" y="1547755"/>
            <a:ext cx="2984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prstClr val="black"/>
                </a:solidFill>
                <a:latin typeface="+mj-ea"/>
                <a:ea typeface="+mj-ea"/>
              </a:rPr>
              <a:t>类别</a:t>
            </a:r>
            <a:r>
              <a:rPr lang="en-US" altLang="zh-CN" sz="2000" b="1" dirty="0">
                <a:solidFill>
                  <a:prstClr val="black"/>
                </a:solidFill>
                <a:latin typeface="+mj-ea"/>
                <a:ea typeface="+mj-ea"/>
              </a:rPr>
              <a:t>3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527786" y="4260401"/>
            <a:ext cx="3133045" cy="75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简介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j-ea"/>
                <a:ea typeface="+mj-ea"/>
              </a:rPr>
              <a:t>……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210740" y="4260401"/>
            <a:ext cx="3133045" cy="75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简介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j-ea"/>
                <a:ea typeface="+mj-ea"/>
              </a:rPr>
              <a:t>……</a:t>
            </a:r>
            <a:endParaRPr lang="en-US" altLang="zh-CN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674" y="2277949"/>
            <a:ext cx="2360691" cy="17705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6337" y="2277949"/>
            <a:ext cx="2360691" cy="17705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0924" y="2277949"/>
            <a:ext cx="2360691" cy="17705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775996" y="47155"/>
            <a:ext cx="9291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、研究现状及分析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——XXX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研究现状（三类式）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图示 9"/>
          <p:cNvGraphicFramePr/>
          <p:nvPr/>
        </p:nvGraphicFramePr>
        <p:xfrm>
          <a:off x="369923" y="684000"/>
          <a:ext cx="8388000" cy="55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1127977" y="969202"/>
            <a:ext cx="1064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图片来源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lvl="0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[6][7]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603" y="1107984"/>
            <a:ext cx="1897687" cy="1423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603" y="2869691"/>
            <a:ext cx="1897687" cy="14232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603" y="4631398"/>
            <a:ext cx="1897687" cy="14232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775996" y="47155"/>
            <a:ext cx="9291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、研究现状及分析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研究现状（两类式）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图示 9"/>
          <p:cNvGraphicFramePr/>
          <p:nvPr/>
        </p:nvGraphicFramePr>
        <p:xfrm>
          <a:off x="695995" y="753847"/>
          <a:ext cx="10737498" cy="2391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408427" y="5944359"/>
            <a:ext cx="25275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图片来源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[8][9]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633" y="3334705"/>
            <a:ext cx="3240003" cy="24300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6001" y="3334705"/>
            <a:ext cx="3240003" cy="24300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775996" y="47155"/>
            <a:ext cx="9291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、研究现状及分析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——XXX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研究现状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6305" y="691565"/>
            <a:ext cx="10849700" cy="4467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XXX </a:t>
            </a:r>
            <a:r>
              <a:rPr lang="zh-CN" altLang="en-US" sz="2400" dirty="0"/>
              <a:t>算法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简述</a:t>
            </a:r>
            <a:r>
              <a:rPr lang="en-US" altLang="zh-CN" sz="2000" dirty="0"/>
              <a:t>……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……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XXX </a:t>
            </a:r>
            <a:r>
              <a:rPr lang="zh-CN" altLang="en-US" sz="2400" dirty="0"/>
              <a:t>算法：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简述</a:t>
            </a:r>
            <a:r>
              <a:rPr lang="en-US" altLang="zh-CN" sz="2000" dirty="0"/>
              <a:t>……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……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XXX </a:t>
            </a:r>
            <a:r>
              <a:rPr lang="zh-CN" altLang="en-US" sz="2400" dirty="0"/>
              <a:t>算法：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简述</a:t>
            </a:r>
            <a:r>
              <a:rPr lang="en-US" altLang="zh-CN" sz="2000" dirty="0"/>
              <a:t>……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……</a:t>
            </a:r>
            <a:endParaRPr lang="en-US" altLang="zh-CN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825530" y="2319934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825530" y="2650769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185530" y="2924872"/>
            <a:ext cx="7686690" cy="1008256"/>
            <a:chOff x="4043304" y="2241962"/>
            <a:chExt cx="7686690" cy="1008256"/>
          </a:xfrm>
        </p:grpSpPr>
        <p:sp>
          <p:nvSpPr>
            <p:cNvPr id="47" name="文本框 46"/>
            <p:cNvSpPr txBox="1"/>
            <p:nvPr/>
          </p:nvSpPr>
          <p:spPr>
            <a:xfrm>
              <a:off x="5447304" y="2361977"/>
              <a:ext cx="6282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研究内容及研究方案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三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三、研究内容及研究方案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64820" y="974204"/>
            <a:ext cx="2700000" cy="857933"/>
            <a:chOff x="7476" y="97072"/>
            <a:chExt cx="2422349" cy="857933"/>
          </a:xfrm>
        </p:grpSpPr>
        <p:sp>
          <p:nvSpPr>
            <p:cNvPr id="16" name="矩形: 圆角 15"/>
            <p:cNvSpPr/>
            <p:nvPr/>
          </p:nvSpPr>
          <p:spPr>
            <a:xfrm>
              <a:off x="7476" y="97072"/>
              <a:ext cx="2422349" cy="85793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矩形: 圆角 4"/>
            <p:cNvSpPr txBox="1"/>
            <p:nvPr/>
          </p:nvSpPr>
          <p:spPr>
            <a:xfrm>
              <a:off x="7476" y="97072"/>
              <a:ext cx="2422349" cy="5719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6858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2000" b="1" kern="1200" dirty="0"/>
                <a:t>模块 </a:t>
              </a:r>
              <a:r>
                <a:rPr lang="en-US" altLang="zh-CN" sz="2000" b="1" kern="1200" dirty="0"/>
                <a:t>1</a:t>
              </a:r>
              <a:endParaRPr lang="zh-CN" altLang="en-US" sz="2000" b="1" kern="12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20000" y="1546158"/>
            <a:ext cx="3240003" cy="3780000"/>
            <a:chOff x="295540" y="669027"/>
            <a:chExt cx="2838509" cy="3571200"/>
          </a:xfrm>
        </p:grpSpPr>
        <p:sp>
          <p:nvSpPr>
            <p:cNvPr id="19" name="矩形: 圆角 18"/>
            <p:cNvSpPr/>
            <p:nvPr/>
          </p:nvSpPr>
          <p:spPr>
            <a:xfrm>
              <a:off x="295540" y="669027"/>
              <a:ext cx="2838509" cy="35712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矩形: 圆角 4"/>
            <p:cNvSpPr txBox="1"/>
            <p:nvPr/>
          </p:nvSpPr>
          <p:spPr>
            <a:xfrm>
              <a:off x="378677" y="752164"/>
              <a:ext cx="2672235" cy="34049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3792" tIns="113792" rIns="113792" bIns="113792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b="1" kern="1200" dirty="0">
                  <a:solidFill>
                    <a:srgbClr val="13568D"/>
                  </a:solidFill>
                </a:rPr>
                <a:t>研究内容</a:t>
              </a:r>
              <a:r>
                <a:rPr lang="zh-CN" altLang="en-US" kern="1200" dirty="0"/>
                <a:t>：</a:t>
              </a:r>
              <a:r>
                <a:rPr lang="en-US" altLang="zh-CN" kern="1200" dirty="0"/>
                <a:t>……</a:t>
              </a:r>
              <a:endParaRPr lang="en-US" altLang="zh-CN" kern="1200" dirty="0"/>
            </a:p>
            <a:p>
              <a:pPr marL="171450" lvl="1" indent="-171450" algn="l" defTabSz="7112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b="1" dirty="0">
                  <a:solidFill>
                    <a:srgbClr val="13568D"/>
                  </a:solidFill>
                </a:rPr>
                <a:t>研究方案</a:t>
              </a:r>
              <a:r>
                <a:rPr lang="zh-CN" altLang="en-US" kern="1200" dirty="0"/>
                <a:t>：</a:t>
              </a:r>
              <a:r>
                <a:rPr lang="en-US" altLang="zh-CN" kern="1200" dirty="0"/>
                <a:t>……</a:t>
              </a:r>
              <a:endParaRPr lang="zh-CN" altLang="en-US" kern="1200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99589" y="974204"/>
            <a:ext cx="2700000" cy="857933"/>
            <a:chOff x="7476" y="97072"/>
            <a:chExt cx="2422349" cy="857933"/>
          </a:xfrm>
        </p:grpSpPr>
        <p:sp>
          <p:nvSpPr>
            <p:cNvPr id="22" name="矩形: 圆角 21"/>
            <p:cNvSpPr/>
            <p:nvPr/>
          </p:nvSpPr>
          <p:spPr>
            <a:xfrm>
              <a:off x="7476" y="97072"/>
              <a:ext cx="2422349" cy="85793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矩形: 圆角 4"/>
            <p:cNvSpPr txBox="1"/>
            <p:nvPr/>
          </p:nvSpPr>
          <p:spPr>
            <a:xfrm>
              <a:off x="7476" y="97072"/>
              <a:ext cx="2422349" cy="5719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6858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2000" b="1" kern="1200" dirty="0"/>
                <a:t>模块 </a:t>
              </a:r>
              <a:r>
                <a:rPr lang="en-US" altLang="zh-CN" sz="2000" b="1" kern="1200" dirty="0"/>
                <a:t>2</a:t>
              </a:r>
              <a:endParaRPr lang="zh-CN" altLang="en-US" sz="2000" b="1" kern="12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54769" y="1546158"/>
            <a:ext cx="3240003" cy="3780000"/>
            <a:chOff x="295540" y="669027"/>
            <a:chExt cx="2838509" cy="3571200"/>
          </a:xfrm>
        </p:grpSpPr>
        <p:sp>
          <p:nvSpPr>
            <p:cNvPr id="25" name="矩形: 圆角 24"/>
            <p:cNvSpPr/>
            <p:nvPr/>
          </p:nvSpPr>
          <p:spPr>
            <a:xfrm>
              <a:off x="295540" y="669027"/>
              <a:ext cx="2838509" cy="35712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矩形: 圆角 4"/>
            <p:cNvSpPr txBox="1"/>
            <p:nvPr/>
          </p:nvSpPr>
          <p:spPr>
            <a:xfrm>
              <a:off x="378677" y="752164"/>
              <a:ext cx="2672235" cy="34049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3792" tIns="113792" rIns="113792" bIns="113792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b="1" kern="1200" dirty="0">
                  <a:solidFill>
                    <a:srgbClr val="13568D"/>
                  </a:solidFill>
                </a:rPr>
                <a:t>研究内容</a:t>
              </a:r>
              <a:r>
                <a:rPr lang="zh-CN" altLang="en-US" kern="1200" dirty="0"/>
                <a:t>：</a:t>
              </a:r>
              <a:r>
                <a:rPr lang="en-US" altLang="zh-CN" kern="1200" dirty="0"/>
                <a:t>……</a:t>
              </a:r>
              <a:endParaRPr lang="en-US" altLang="zh-CN" kern="1200" dirty="0"/>
            </a:p>
            <a:p>
              <a:pPr marL="171450" lvl="1" indent="-171450" algn="l" defTabSz="7112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b="1" dirty="0">
                  <a:solidFill>
                    <a:srgbClr val="13568D"/>
                  </a:solidFill>
                </a:rPr>
                <a:t>研究方案</a:t>
              </a:r>
              <a:r>
                <a:rPr lang="zh-CN" altLang="en-US" kern="1200" dirty="0"/>
                <a:t>：</a:t>
              </a:r>
              <a:r>
                <a:rPr lang="en-US" altLang="zh-CN" kern="1200" dirty="0"/>
                <a:t>……</a:t>
              </a:r>
              <a:endParaRPr lang="zh-CN" altLang="en-US" kern="12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516057" y="974204"/>
            <a:ext cx="888787" cy="603094"/>
            <a:chOff x="2849065" y="81502"/>
            <a:chExt cx="888787" cy="603094"/>
          </a:xfrm>
        </p:grpSpPr>
        <p:sp>
          <p:nvSpPr>
            <p:cNvPr id="28" name="箭头: 右 27"/>
            <p:cNvSpPr/>
            <p:nvPr/>
          </p:nvSpPr>
          <p:spPr>
            <a:xfrm>
              <a:off x="2849065" y="81502"/>
              <a:ext cx="888787" cy="60309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箭头: 右 4"/>
            <p:cNvSpPr txBox="1"/>
            <p:nvPr/>
          </p:nvSpPr>
          <p:spPr>
            <a:xfrm>
              <a:off x="2849065" y="202121"/>
              <a:ext cx="707859" cy="361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300" kern="120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384707" y="974204"/>
            <a:ext cx="2700000" cy="857933"/>
            <a:chOff x="7476" y="97072"/>
            <a:chExt cx="2422349" cy="857933"/>
          </a:xfrm>
        </p:grpSpPr>
        <p:sp>
          <p:nvSpPr>
            <p:cNvPr id="31" name="矩形: 圆角 30"/>
            <p:cNvSpPr/>
            <p:nvPr/>
          </p:nvSpPr>
          <p:spPr>
            <a:xfrm>
              <a:off x="7476" y="97072"/>
              <a:ext cx="2422349" cy="85793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矩形: 圆角 4"/>
            <p:cNvSpPr txBox="1"/>
            <p:nvPr/>
          </p:nvSpPr>
          <p:spPr>
            <a:xfrm>
              <a:off x="7476" y="97072"/>
              <a:ext cx="2422349" cy="5719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6858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2000" b="1" kern="1200" dirty="0"/>
                <a:t>模块 </a:t>
              </a:r>
              <a:r>
                <a:rPr lang="en-US" altLang="zh-CN" sz="2000" b="1" kern="1200" dirty="0"/>
                <a:t>3</a:t>
              </a:r>
              <a:endParaRPr lang="zh-CN" altLang="en-US" sz="2000" b="1" kern="1200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539887" y="1546158"/>
            <a:ext cx="3240003" cy="3780000"/>
            <a:chOff x="295540" y="669027"/>
            <a:chExt cx="2838509" cy="3571200"/>
          </a:xfrm>
        </p:grpSpPr>
        <p:sp>
          <p:nvSpPr>
            <p:cNvPr id="34" name="矩形: 圆角 33"/>
            <p:cNvSpPr/>
            <p:nvPr/>
          </p:nvSpPr>
          <p:spPr>
            <a:xfrm>
              <a:off x="295540" y="669027"/>
              <a:ext cx="2838509" cy="35712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5" name="矩形: 圆角 4"/>
            <p:cNvSpPr txBox="1"/>
            <p:nvPr/>
          </p:nvSpPr>
          <p:spPr>
            <a:xfrm>
              <a:off x="378677" y="752164"/>
              <a:ext cx="2672235" cy="34049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3792" tIns="113792" rIns="113792" bIns="113792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b="1" kern="1200" dirty="0">
                  <a:solidFill>
                    <a:srgbClr val="13568D"/>
                  </a:solidFill>
                </a:rPr>
                <a:t>研究内容</a:t>
              </a:r>
              <a:r>
                <a:rPr lang="zh-CN" altLang="en-US" kern="1200" dirty="0"/>
                <a:t>：</a:t>
              </a:r>
              <a:r>
                <a:rPr lang="en-US" altLang="zh-CN" kern="1200" dirty="0"/>
                <a:t>……</a:t>
              </a:r>
              <a:endParaRPr lang="en-US" altLang="zh-CN" kern="1200" dirty="0"/>
            </a:p>
            <a:p>
              <a:pPr marL="171450" lvl="1" indent="-171450" algn="l" defTabSz="7112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b="1" dirty="0">
                  <a:solidFill>
                    <a:srgbClr val="13568D"/>
                  </a:solidFill>
                </a:rPr>
                <a:t>研究方案</a:t>
              </a:r>
              <a:r>
                <a:rPr lang="zh-CN" altLang="en-US" kern="1200" dirty="0"/>
                <a:t>：</a:t>
              </a:r>
              <a:r>
                <a:rPr lang="en-US" altLang="zh-CN" kern="1200" dirty="0"/>
                <a:t>……</a:t>
              </a:r>
              <a:endParaRPr lang="zh-CN" altLang="en-US" kern="1200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400310" y="974204"/>
            <a:ext cx="888787" cy="603094"/>
            <a:chOff x="2849065" y="81502"/>
            <a:chExt cx="888787" cy="603094"/>
          </a:xfrm>
        </p:grpSpPr>
        <p:sp>
          <p:nvSpPr>
            <p:cNvPr id="37" name="箭头: 右 36"/>
            <p:cNvSpPr/>
            <p:nvPr/>
          </p:nvSpPr>
          <p:spPr>
            <a:xfrm>
              <a:off x="2849065" y="81502"/>
              <a:ext cx="888787" cy="60309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箭头: 右 4"/>
            <p:cNvSpPr txBox="1"/>
            <p:nvPr/>
          </p:nvSpPr>
          <p:spPr>
            <a:xfrm>
              <a:off x="2849065" y="202121"/>
              <a:ext cx="707859" cy="361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300" kern="1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609057" y="5344151"/>
            <a:ext cx="1097388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最后，</a:t>
            </a:r>
            <a:r>
              <a:rPr lang="zh-CN" altLang="en-US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（综述性质语言，比如：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综合以上三大模块，进行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ROS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环境下的仿真实验及实机实验，</a:t>
            </a: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624131" y="2329180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3624131" y="2660015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984131" y="2934118"/>
            <a:ext cx="7686690" cy="1008256"/>
            <a:chOff x="4043304" y="2241962"/>
            <a:chExt cx="7686690" cy="1008256"/>
          </a:xfrm>
        </p:grpSpPr>
        <p:sp>
          <p:nvSpPr>
            <p:cNvPr id="47" name="文本框 46"/>
            <p:cNvSpPr txBox="1"/>
            <p:nvPr/>
          </p:nvSpPr>
          <p:spPr>
            <a:xfrm>
              <a:off x="5447304" y="2361977"/>
              <a:ext cx="6282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其他信息</a:t>
              </a:r>
              <a:endParaRPr lang="zh-CN" altLang="en-US" sz="4800" b="1" dirty="0">
                <a:solidFill>
                  <a:srgbClr val="004E98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四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其他信息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进度安排与预期目标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5"/>
          <p:cNvSpPr/>
          <p:nvPr>
            <p:custDataLst>
              <p:tags r:id="rId1"/>
            </p:custDataLst>
          </p:nvPr>
        </p:nvSpPr>
        <p:spPr>
          <a:xfrm>
            <a:off x="880744" y="900003"/>
            <a:ext cx="4909421" cy="777580"/>
          </a:xfrm>
          <a:custGeom>
            <a:avLst/>
            <a:gdLst>
              <a:gd name="connsiteX0" fmla="*/ 0 w 4826782"/>
              <a:gd name="connsiteY0" fmla="*/ 0 h 817656"/>
              <a:gd name="connsiteX1" fmla="*/ 4826782 w 4826782"/>
              <a:gd name="connsiteY1" fmla="*/ 0 h 817656"/>
              <a:gd name="connsiteX2" fmla="*/ 4060626 w 4826782"/>
              <a:gd name="connsiteY2" fmla="*/ 817656 h 817656"/>
              <a:gd name="connsiteX3" fmla="*/ 0 w 4826782"/>
              <a:gd name="connsiteY3" fmla="*/ 817656 h 81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6782" h="817656">
                <a:moveTo>
                  <a:pt x="0" y="0"/>
                </a:moveTo>
                <a:lnTo>
                  <a:pt x="4826782" y="0"/>
                </a:lnTo>
                <a:lnTo>
                  <a:pt x="4060626" y="817656"/>
                </a:lnTo>
                <a:lnTo>
                  <a:pt x="0" y="817656"/>
                </a:lnTo>
                <a:close/>
              </a:path>
            </a:pathLst>
          </a:custGeom>
          <a:solidFill>
            <a:srgbClr val="004E98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wrap="square"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进度安排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10"/>
          <p:cNvSpPr/>
          <p:nvPr>
            <p:custDataLst>
              <p:tags r:id="rId2"/>
            </p:custDataLst>
          </p:nvPr>
        </p:nvSpPr>
        <p:spPr>
          <a:xfrm>
            <a:off x="6401835" y="900003"/>
            <a:ext cx="5031657" cy="777580"/>
          </a:xfrm>
          <a:custGeom>
            <a:avLst/>
            <a:gdLst>
              <a:gd name="connsiteX0" fmla="*/ 1174384 w 9112656"/>
              <a:gd name="connsiteY0" fmla="*/ 0 h 1625600"/>
              <a:gd name="connsiteX1" fmla="*/ 9112656 w 9112656"/>
              <a:gd name="connsiteY1" fmla="*/ 0 h 1625600"/>
              <a:gd name="connsiteX2" fmla="*/ 9112656 w 9112656"/>
              <a:gd name="connsiteY2" fmla="*/ 1625600 h 1625600"/>
              <a:gd name="connsiteX3" fmla="*/ 0 w 9112656"/>
              <a:gd name="connsiteY3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2656" h="1625600">
                <a:moveTo>
                  <a:pt x="1174384" y="0"/>
                </a:moveTo>
                <a:lnTo>
                  <a:pt x="9112656" y="0"/>
                </a:lnTo>
                <a:lnTo>
                  <a:pt x="9112656" y="1625600"/>
                </a:lnTo>
                <a:lnTo>
                  <a:pt x="0" y="162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预期目标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27"/>
          <p:cNvSpPr txBox="1"/>
          <p:nvPr>
            <p:custDataLst>
              <p:tags r:id="rId3"/>
            </p:custDataLst>
          </p:nvPr>
        </p:nvSpPr>
        <p:spPr>
          <a:xfrm>
            <a:off x="6908974" y="1925087"/>
            <a:ext cx="4463298" cy="943542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normAutofit/>
          </a:bodyPr>
          <a:lstStyle/>
          <a:p>
            <a:r>
              <a:rPr lang="zh-CN" altLang="en-US" dirty="0"/>
              <a:t>内容</a:t>
            </a:r>
            <a:endParaRPr lang="zh-CN" altLang="zh-CN" dirty="0"/>
          </a:p>
        </p:txBody>
      </p:sp>
      <p:sp>
        <p:nvSpPr>
          <p:cNvPr id="13" name="椭圆 12"/>
          <p:cNvSpPr>
            <a:spLocks noChangeAspect="1"/>
          </p:cNvSpPr>
          <p:nvPr/>
        </p:nvSpPr>
        <p:spPr>
          <a:xfrm>
            <a:off x="6412377" y="2085099"/>
            <a:ext cx="496596" cy="4965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415072" y="3061777"/>
            <a:ext cx="496596" cy="4965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412377" y="4091579"/>
            <a:ext cx="496596" cy="4965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415072" y="4977635"/>
            <a:ext cx="496596" cy="4965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27"/>
          <p:cNvSpPr txBox="1"/>
          <p:nvPr>
            <p:custDataLst>
              <p:tags r:id="rId7"/>
            </p:custDataLst>
          </p:nvPr>
        </p:nvSpPr>
        <p:spPr>
          <a:xfrm>
            <a:off x="6908972" y="2948634"/>
            <a:ext cx="4207252" cy="9607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normAutofit/>
          </a:bodyPr>
          <a:lstStyle/>
          <a:p>
            <a:r>
              <a:rPr lang="zh-CN" altLang="en-US" dirty="0"/>
              <a:t>内容</a:t>
            </a:r>
            <a:endParaRPr lang="zh-CN" altLang="zh-CN" dirty="0"/>
          </a:p>
        </p:txBody>
      </p:sp>
      <p:sp>
        <p:nvSpPr>
          <p:cNvPr id="18" name="文本框 17"/>
          <p:cNvSpPr txBox="1"/>
          <p:nvPr/>
        </p:nvSpPr>
        <p:spPr>
          <a:xfrm>
            <a:off x="6908971" y="4080475"/>
            <a:ext cx="4463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内容</a:t>
            </a:r>
            <a:endParaRPr lang="zh-CN" altLang="zh-CN" dirty="0"/>
          </a:p>
        </p:txBody>
      </p:sp>
      <p:sp>
        <p:nvSpPr>
          <p:cNvPr id="19" name="文本框 18"/>
          <p:cNvSpPr txBox="1"/>
          <p:nvPr/>
        </p:nvSpPr>
        <p:spPr>
          <a:xfrm>
            <a:off x="6908971" y="5012932"/>
            <a:ext cx="4463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内容</a:t>
            </a:r>
            <a:endParaRPr lang="zh-CN" altLang="zh-CN" dirty="0"/>
          </a:p>
        </p:txBody>
      </p:sp>
      <p:sp>
        <p:nvSpPr>
          <p:cNvPr id="21" name="文本框 27"/>
          <p:cNvSpPr txBox="1"/>
          <p:nvPr>
            <p:custDataLst>
              <p:tags r:id="rId8"/>
            </p:custDataLst>
          </p:nvPr>
        </p:nvSpPr>
        <p:spPr>
          <a:xfrm>
            <a:off x="1273537" y="2085099"/>
            <a:ext cx="4463298" cy="777574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norm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2024</a:t>
            </a:r>
            <a:r>
              <a:rPr lang="zh-CN" altLang="en-US" dirty="0">
                <a:latin typeface="+mj-ea"/>
                <a:ea typeface="+mj-ea"/>
              </a:rPr>
              <a:t>年</a:t>
            </a:r>
            <a:r>
              <a:rPr lang="en-US" altLang="zh-CN" dirty="0">
                <a:latin typeface="+mj-ea"/>
                <a:ea typeface="+mj-ea"/>
              </a:rPr>
              <a:t>11</a:t>
            </a:r>
            <a:r>
              <a:rPr lang="zh-CN" altLang="en-US" dirty="0">
                <a:latin typeface="+mj-ea"/>
                <a:ea typeface="+mj-ea"/>
              </a:rPr>
              <a:t>月至</a:t>
            </a:r>
            <a:r>
              <a:rPr lang="en-US" altLang="zh-CN" dirty="0">
                <a:latin typeface="+mj-ea"/>
                <a:ea typeface="+mj-ea"/>
              </a:rPr>
              <a:t>2025</a:t>
            </a:r>
            <a:r>
              <a:rPr lang="zh-CN" altLang="en-US" dirty="0">
                <a:latin typeface="+mj-ea"/>
                <a:ea typeface="+mj-ea"/>
              </a:rPr>
              <a:t>年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月：记得改日期</a:t>
            </a:r>
            <a:endParaRPr lang="zh-CN" altLang="zh-CN" dirty="0">
              <a:latin typeface="+mj-ea"/>
              <a:ea typeface="+mj-ea"/>
            </a:endParaRPr>
          </a:p>
        </p:txBody>
      </p:sp>
      <p:sp>
        <p:nvSpPr>
          <p:cNvPr id="22" name="椭圆 21"/>
          <p:cNvSpPr>
            <a:spLocks noChangeAspect="1"/>
          </p:cNvSpPr>
          <p:nvPr/>
        </p:nvSpPr>
        <p:spPr>
          <a:xfrm>
            <a:off x="776941" y="2085099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ea"/>
                <a:ea typeface="+mj-ea"/>
              </a:rPr>
              <a:t>1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79636" y="3062145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ea"/>
                <a:ea typeface="+mj-ea"/>
              </a:rPr>
              <a:t>2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76940" y="4156771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+mj-ea"/>
                <a:ea typeface="+mj-ea"/>
              </a:rPr>
              <a:t>3</a:t>
            </a:r>
            <a:endParaRPr lang="en-US" altLang="zh-CN" b="1">
              <a:latin typeface="+mj-ea"/>
              <a:ea typeface="+mj-ea"/>
            </a:endParaRPr>
          </a:p>
        </p:txBody>
      </p:sp>
      <p:sp>
        <p:nvSpPr>
          <p:cNvPr id="25" name="椭圆 24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779635" y="4989730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+mj-ea"/>
                <a:ea typeface="+mj-ea"/>
              </a:rPr>
              <a:t>4</a:t>
            </a:r>
            <a:endParaRPr lang="en-US" altLang="zh-CN" b="1">
              <a:latin typeface="+mj-ea"/>
              <a:ea typeface="+mj-ea"/>
            </a:endParaRPr>
          </a:p>
        </p:txBody>
      </p:sp>
      <p:sp>
        <p:nvSpPr>
          <p:cNvPr id="26" name="文本框 27"/>
          <p:cNvSpPr txBox="1"/>
          <p:nvPr>
            <p:custDataLst>
              <p:tags r:id="rId12"/>
            </p:custDataLst>
          </p:nvPr>
        </p:nvSpPr>
        <p:spPr>
          <a:xfrm>
            <a:off x="1273537" y="3029009"/>
            <a:ext cx="4463298" cy="79789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noAutofit/>
          </a:bodyPr>
          <a:lstStyle/>
          <a:p>
            <a:pPr lvl="0" indent="0" fontAlgn="auto">
              <a:lnSpc>
                <a:spcPct val="110000"/>
              </a:lnSpc>
            </a:pPr>
            <a:r>
              <a:rPr lang="en-US" altLang="zh-CN" dirty="0">
                <a:latin typeface="+mj-ea"/>
                <a:ea typeface="+mj-ea"/>
              </a:rPr>
              <a:t>2025</a:t>
            </a:r>
            <a:r>
              <a:rPr lang="zh-CN" altLang="en-US" dirty="0">
                <a:latin typeface="+mj-ea"/>
                <a:ea typeface="+mj-ea"/>
              </a:rPr>
              <a:t>年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月至</a:t>
            </a:r>
            <a:r>
              <a:rPr lang="en-US" altLang="zh-CN" dirty="0">
                <a:latin typeface="+mj-ea"/>
                <a:ea typeface="+mj-ea"/>
              </a:rPr>
              <a:t>2025</a:t>
            </a:r>
            <a:r>
              <a:rPr lang="zh-CN" altLang="en-US" dirty="0">
                <a:latin typeface="+mj-ea"/>
                <a:ea typeface="+mj-ea"/>
              </a:rPr>
              <a:t>年</a:t>
            </a:r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月：记得改日期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73535" y="4158722"/>
            <a:ext cx="4463299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 fontAlgn="auto"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2025</a:t>
            </a:r>
            <a:r>
              <a:rPr lang="zh-CN" altLang="en-US" dirty="0">
                <a:latin typeface="+mj-ea"/>
                <a:ea typeface="+mj-ea"/>
              </a:rPr>
              <a:t>年</a:t>
            </a:r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月至</a:t>
            </a:r>
            <a:r>
              <a:rPr lang="en-US" altLang="zh-CN" dirty="0">
                <a:latin typeface="+mj-ea"/>
                <a:ea typeface="+mj-ea"/>
              </a:rPr>
              <a:t>2025</a:t>
            </a:r>
            <a:r>
              <a:rPr lang="zh-CN" altLang="en-US" dirty="0">
                <a:latin typeface="+mj-ea"/>
                <a:ea typeface="+mj-ea"/>
              </a:rPr>
              <a:t>年</a:t>
            </a:r>
            <a:r>
              <a:rPr lang="en-US" altLang="zh-CN" dirty="0">
                <a:latin typeface="+mj-ea"/>
                <a:ea typeface="+mj-ea"/>
              </a:rPr>
              <a:t>4</a:t>
            </a:r>
            <a:r>
              <a:rPr lang="zh-CN" altLang="en-US" dirty="0">
                <a:latin typeface="+mj-ea"/>
                <a:ea typeface="+mj-ea"/>
              </a:rPr>
              <a:t>月：记得改日期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73535" y="4983239"/>
            <a:ext cx="4463299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 fontAlgn="auto"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2025</a:t>
            </a:r>
            <a:r>
              <a:rPr lang="zh-CN" altLang="en-US" dirty="0">
                <a:latin typeface="+mj-ea"/>
                <a:ea typeface="+mj-ea"/>
              </a:rPr>
              <a:t>年</a:t>
            </a:r>
            <a:r>
              <a:rPr lang="en-US" altLang="zh-CN" dirty="0">
                <a:latin typeface="+mj-ea"/>
                <a:ea typeface="+mj-ea"/>
              </a:rPr>
              <a:t>5</a:t>
            </a:r>
            <a:r>
              <a:rPr lang="zh-CN" altLang="en-US" dirty="0">
                <a:latin typeface="+mj-ea"/>
                <a:ea typeface="+mj-ea"/>
              </a:rPr>
              <a:t>月：记得改日期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其他信息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条件与经费、预计困难及解决方案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6305" y="691565"/>
            <a:ext cx="10787188" cy="3084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条件与经费方面</a:t>
            </a:r>
            <a:r>
              <a:rPr lang="zh-CN" altLang="en-US" sz="2400" dirty="0"/>
              <a:t>，实验室已具备相关条件，经费充足：</a:t>
            </a:r>
            <a:endParaRPr lang="zh-CN" alt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……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预计困难：</a:t>
            </a:r>
            <a:endParaRPr lang="zh-CN" alt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……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为克服困难，需要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……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6305" y="691565"/>
            <a:ext cx="10849700" cy="4190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[1]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[2]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[3] 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[4]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[5] 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[6]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[7] 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[8] 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[9] 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[10] 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[11]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[12]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6343015"/>
            <a:ext cx="89154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-3393"/>
            <a:ext cx="12192000" cy="5630286"/>
          </a:xfrm>
          <a:prstGeom prst="rect">
            <a:avLst/>
          </a:prstGeom>
          <a:solidFill>
            <a:schemeClr val="bg1">
              <a:lumMod val="95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31349" y="1772151"/>
            <a:ext cx="62085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035A80"/>
                </a:solidFill>
                <a:latin typeface="方正大标宋_GBK" panose="03000509000000000000" pitchFamily="65" charset="-122"/>
                <a:ea typeface="方正大标宋_GBK" panose="03000509000000000000" pitchFamily="65" charset="-122"/>
              </a:rPr>
              <a:t>谢谢！</a:t>
            </a:r>
            <a:endParaRPr lang="en-US" altLang="zh-CN" sz="4400" b="1" dirty="0">
              <a:solidFill>
                <a:srgbClr val="035A80"/>
              </a:solidFill>
              <a:latin typeface="方正大标宋_GBK" panose="03000509000000000000" pitchFamily="65" charset="-122"/>
              <a:ea typeface="方正大标宋_GBK" panose="03000509000000000000" pitchFamily="65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35A80"/>
                </a:solidFill>
                <a:effectLst/>
                <a:uLnTx/>
                <a:uFillTx/>
                <a:latin typeface="方正大标宋_GBK" panose="03000509000000000000" pitchFamily="65" charset="-122"/>
                <a:ea typeface="方正大标宋_GBK" panose="03000509000000000000" pitchFamily="65" charset="-122"/>
              </a:rPr>
              <a:t>请各位老师批评指正！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35A8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5630286"/>
            <a:ext cx="12192000" cy="1227713"/>
          </a:xfrm>
          <a:prstGeom prst="rect">
            <a:avLst/>
          </a:prstGeom>
          <a:solidFill>
            <a:srgbClr val="03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6093" y="6100176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规格严格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|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功夫到家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68948" y="3925335"/>
            <a:ext cx="3682290" cy="809099"/>
            <a:chOff x="3285725" y="4370615"/>
            <a:chExt cx="1826014" cy="927778"/>
          </a:xfrm>
        </p:grpSpPr>
        <p:sp>
          <p:nvSpPr>
            <p:cNvPr id="14" name="矩形 13"/>
            <p:cNvSpPr/>
            <p:nvPr/>
          </p:nvSpPr>
          <p:spPr>
            <a:xfrm>
              <a:off x="3285725" y="4370615"/>
              <a:ext cx="1826014" cy="927778"/>
            </a:xfrm>
            <a:prstGeom prst="rect">
              <a:avLst/>
            </a:prstGeom>
            <a:solidFill>
              <a:srgbClr val="035A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_GBK" panose="03000509000000000000" pitchFamily="65" charset="-122"/>
                <a:ea typeface="方正大标宋_GBK" panose="03000509000000000000" pitchFamily="65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2494" y="4471574"/>
              <a:ext cx="1675224" cy="670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汇报人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</a:t>
              </a:r>
              <a:r>
                <a:rPr lang="en-US" altLang="zh-CN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XXX</a:t>
              </a:r>
              <a:endParaRPr lang="en-US" altLang="zh-CN" sz="1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日期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852058" y="5628024"/>
            <a:ext cx="6487884" cy="148518"/>
            <a:chOff x="2950029" y="5627954"/>
            <a:chExt cx="6487884" cy="148518"/>
          </a:xfrm>
        </p:grpSpPr>
        <p:sp>
          <p:nvSpPr>
            <p:cNvPr id="18" name="矩形 17"/>
            <p:cNvSpPr/>
            <p:nvPr/>
          </p:nvSpPr>
          <p:spPr>
            <a:xfrm>
              <a:off x="2950029" y="5627955"/>
              <a:ext cx="1621971" cy="14851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572000" y="5627954"/>
              <a:ext cx="1621971" cy="14851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93971" y="5627957"/>
              <a:ext cx="1621971" cy="14851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815942" y="5627956"/>
              <a:ext cx="1621971" cy="1485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974" y="632539"/>
            <a:ext cx="4944239" cy="88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y"/>
  <p:tag name="KSO_WM_UNIT_INDEX" val="1"/>
  <p:tag name="KSO_WM_UNIT_ID" val="_1*y*1"/>
  <p:tag name="KSO_WM_SLIDE_BACKGROUND_MASK_FLAG" val="1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4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87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87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587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6、20、23、24、25、26、27、30、33、37、38、39、40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UNIT_ISCONTENTSTITLE" val="1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UNIT_PRESET_TEXT" val="目录"/>
  <p:tag name="KSO_WM_TEMPLATE_CATEGORY" val="custom"/>
  <p:tag name="KSO_WM_TEMPLATE_INDEX" val="20204587"/>
  <p:tag name="KSO_WM_UNIT_ID" val="custom20204587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b_l"/>
  <p:tag name="KSO_WM_SLIDE_LAYOUT_CNT" val="1_1_1"/>
  <p:tag name="KSO_WM_TEMPLATE_MASTER_TYPE" val="1"/>
  <p:tag name="KSO_WM_TEMPLATE_COLOR_TYPE" val="1"/>
  <p:tag name="KSO_WM_TEMPLATE_CATEGORY" val="custom"/>
  <p:tag name="KSO_WM_TEMPLATE_INDEX" val="20204587"/>
  <p:tag name="KSO_WM_SLIDE_ID" val="custom20204587_4"/>
</p:tagLst>
</file>

<file path=ppt/tags/tag166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t"/>
  <p:tag name="KSO_WM_UNIT_INDEX" val="1_1"/>
  <p:tag name="KSO_WM_UNIT_ID" val="256*r_t*1_1"/>
  <p:tag name="KSO_WM_UNIT_CLEAR" val="1"/>
  <p:tag name="KSO_WM_UNIT_LAYERLEVEL" val="1_1"/>
  <p:tag name="KSO_WM_UNIT_DIAGRAM_CONTRAST_TITLE_CNT" val="2"/>
  <p:tag name="KSO_WM_UNIT_DIAGRAM_DIMENSION_TITLE_CNT" val="1"/>
  <p:tag name="KSO_WM_UNIT_VALUE" val="9"/>
  <p:tag name="KSO_WM_UNIT_HIGHLIGHT" val="0"/>
  <p:tag name="KSO_WM_UNIT_COMPATIBLE" val="0"/>
  <p:tag name="KSO_WM_UNIT_PRESET_TEXT" val="编辑标题"/>
  <p:tag name="KSO_WM_DIAGRAM_GROUP_CODE" val="r1-1"/>
  <p:tag name="KSO_WM_UNIT_FILL_FORE_SCHEMECOLOR_INDEX" val="7"/>
  <p:tag name="KSO_WM_UNIT_FILL_TYPE" val="1"/>
</p:tagLst>
</file>

<file path=ppt/tags/tag167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t"/>
  <p:tag name="KSO_WM_UNIT_INDEX" val="1_2"/>
  <p:tag name="KSO_WM_UNIT_ID" val="256*r_t*1_2"/>
  <p:tag name="KSO_WM_UNIT_CLEAR" val="1"/>
  <p:tag name="KSO_WM_UNIT_LAYERLEVEL" val="1_1"/>
  <p:tag name="KSO_WM_UNIT_DIAGRAM_CONTRAST_TITLE_CNT" val="2"/>
  <p:tag name="KSO_WM_UNIT_DIAGRAM_DIMENSION_TITLE_CNT" val="1"/>
  <p:tag name="KSO_WM_UNIT_VALUE" val="10"/>
  <p:tag name="KSO_WM_UNIT_HIGHLIGHT" val="0"/>
  <p:tag name="KSO_WM_UNIT_COMPATIBLE" val="0"/>
  <p:tag name="KSO_WM_UNIT_PRESET_TEXT" val="编辑标题"/>
  <p:tag name="KSO_WM_DIAGRAM_GROUP_CODE" val="r1-1"/>
  <p:tag name="KSO_WM_UNIT_FILL_FORE_SCHEMECOLOR_INDEX" val="5"/>
  <p:tag name="KSO_WM_UNIT_FILL_TYPE" val="1"/>
</p:tagLst>
</file>

<file path=ppt/tags/tag168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</p:tagLst>
</file>

<file path=ppt/tags/tag173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</p:tagLst>
</file>

<file path=ppt/tags/tag178.xml><?xml version="1.0" encoding="utf-8"?>
<p:tagLst xmlns:p="http://schemas.openxmlformats.org/presentationml/2006/main">
  <p:tag name="COMMONDATA" val="eyJoZGlkIjoiY2Y1NDNjMDc1OTFhMGExZjUxYjkwOTRhMGFkOWMwNTQifQ=="/>
</p:tagLst>
</file>

<file path=ppt/theme/theme1.xml><?xml version="1.0" encoding="utf-8"?>
<a:theme xmlns:a="http://schemas.openxmlformats.org/drawingml/2006/main" name="1_Office 主题​​">
  <a:themeElements>
    <a:clrScheme name="自定义 25">
      <a:dk1>
        <a:srgbClr val="000000"/>
      </a:dk1>
      <a:lt1>
        <a:srgbClr val="FFFFFF"/>
      </a:lt1>
      <a:dk2>
        <a:srgbClr val="F3F8FC"/>
      </a:dk2>
      <a:lt2>
        <a:srgbClr val="FBFCFC"/>
      </a:lt2>
      <a:accent1>
        <a:srgbClr val="13568D"/>
      </a:accent1>
      <a:accent2>
        <a:srgbClr val="5A9AE0"/>
      </a:accent2>
      <a:accent3>
        <a:srgbClr val="33CBD5"/>
      </a:accent3>
      <a:accent4>
        <a:srgbClr val="4694CB"/>
      </a:accent4>
      <a:accent5>
        <a:srgbClr val="6775C8"/>
      </a:accent5>
      <a:accent6>
        <a:srgbClr val="D77F64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WPS 演示</Application>
  <PresentationFormat>宽屏</PresentationFormat>
  <Paragraphs>209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汉仪旗黑-85S</vt:lpstr>
      <vt:lpstr>黑体</vt:lpstr>
      <vt:lpstr>等线</vt:lpstr>
      <vt:lpstr>方正大标宋_GBK</vt:lpstr>
      <vt:lpstr>仿宋</vt:lpstr>
      <vt:lpstr>Times New Roman</vt:lpstr>
      <vt:lpstr>Arial Unicode MS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HITSZ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Oliver Wu</dc:creator>
  <cp:lastModifiedBy>Rin.</cp:lastModifiedBy>
  <cp:revision>256</cp:revision>
  <dcterms:created xsi:type="dcterms:W3CDTF">2022-07-10T16:35:00Z</dcterms:created>
  <dcterms:modified xsi:type="dcterms:W3CDTF">2026-03-17T12:12:28Z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0F708B7409974C97B2E12420E231A073_13</vt:lpwstr>
  </property>
  <property fmtid="{D5CDD505-2E9C-101B-9397-08002B2CF9AE}" pid="3" name="KSOProductBuildVer">
    <vt:lpwstr>2052-12.1.0.25225</vt:lpwstr>
  </property>
</Properties>
</file>